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444" r:id="rId2"/>
    <p:sldId id="487" r:id="rId3"/>
    <p:sldId id="464" r:id="rId4"/>
    <p:sldId id="465" r:id="rId5"/>
    <p:sldId id="488" r:id="rId6"/>
    <p:sldId id="489" r:id="rId7"/>
    <p:sldId id="466" r:id="rId8"/>
    <p:sldId id="490" r:id="rId9"/>
    <p:sldId id="492" r:id="rId10"/>
    <p:sldId id="467" r:id="rId11"/>
    <p:sldId id="468" r:id="rId12"/>
    <p:sldId id="470" r:id="rId13"/>
    <p:sldId id="495" r:id="rId14"/>
    <p:sldId id="494" r:id="rId15"/>
    <p:sldId id="493" r:id="rId16"/>
    <p:sldId id="498" r:id="rId17"/>
    <p:sldId id="471" r:id="rId18"/>
    <p:sldId id="499" r:id="rId19"/>
    <p:sldId id="501" r:id="rId20"/>
    <p:sldId id="503" r:id="rId21"/>
    <p:sldId id="502" r:id="rId22"/>
    <p:sldId id="506" r:id="rId23"/>
    <p:sldId id="505" r:id="rId24"/>
    <p:sldId id="512" r:id="rId25"/>
    <p:sldId id="510" r:id="rId26"/>
    <p:sldId id="509" r:id="rId27"/>
    <p:sldId id="508" r:id="rId28"/>
    <p:sldId id="516" r:id="rId29"/>
    <p:sldId id="515" r:id="rId30"/>
    <p:sldId id="517" r:id="rId31"/>
    <p:sldId id="518" r:id="rId32"/>
    <p:sldId id="522" r:id="rId33"/>
    <p:sldId id="514" r:id="rId34"/>
    <p:sldId id="507" r:id="rId35"/>
    <p:sldId id="521" r:id="rId36"/>
    <p:sldId id="523" r:id="rId37"/>
    <p:sldId id="524" r:id="rId38"/>
    <p:sldId id="527" r:id="rId39"/>
    <p:sldId id="525" r:id="rId40"/>
    <p:sldId id="528" r:id="rId41"/>
    <p:sldId id="526" r:id="rId42"/>
    <p:sldId id="481" r:id="rId43"/>
    <p:sldId id="482" r:id="rId44"/>
    <p:sldId id="533" r:id="rId45"/>
    <p:sldId id="531" r:id="rId46"/>
    <p:sldId id="534" r:id="rId47"/>
    <p:sldId id="535" r:id="rId48"/>
    <p:sldId id="536" r:id="rId49"/>
    <p:sldId id="532" r:id="rId50"/>
    <p:sldId id="483" r:id="rId51"/>
    <p:sldId id="48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2BC"/>
    <a:srgbClr val="88C802"/>
    <a:srgbClr val="93C90E"/>
    <a:srgbClr val="89C903"/>
    <a:srgbClr val="78AA00"/>
    <a:srgbClr val="0C0C0C"/>
    <a:srgbClr val="F4F4F4"/>
    <a:srgbClr val="81AF0D"/>
    <a:srgbClr val="919191"/>
    <a:srgbClr val="F2F1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280" autoAdjust="0"/>
  </p:normalViewPr>
  <p:slideViewPr>
    <p:cSldViewPr snapToGrid="0">
      <p:cViewPr varScale="1">
        <p:scale>
          <a:sx n="122" d="100"/>
          <a:sy n="122" d="100"/>
        </p:scale>
        <p:origin x="240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438B7-D703-470E-997D-928583C7EB72}" type="datetimeFigureOut">
              <a:rPr lang="en-GB" smtClean="0"/>
              <a:t>23/06/2019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5742D-CFB6-43CA-A6AF-5EBFCE1257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048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epperi.com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/>
          <p:cNvSpPr>
            <a:spLocks noGrp="1"/>
          </p:cNvSpPr>
          <p:nvPr>
            <p:ph type="body" sz="quarter" idx="12"/>
          </p:nvPr>
        </p:nvSpPr>
        <p:spPr>
          <a:xfrm>
            <a:off x="9744364" y="351212"/>
            <a:ext cx="2111086" cy="34089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0">
              <a:buNone/>
              <a:defRPr lang="he-IL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he-IL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3352800" y="6596390"/>
            <a:ext cx="548640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100" dirty="0">
                <a:solidFill>
                  <a:srgbClr val="97999B"/>
                </a:solidFill>
              </a:rPr>
              <a:t>©2016 Pepperi Ltd. All rights reserved. </a:t>
            </a:r>
            <a:endParaRPr lang="he-IL" sz="1100" dirty="0">
              <a:solidFill>
                <a:srgbClr val="97999B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36550" y="1171575"/>
            <a:ext cx="11518900" cy="619125"/>
          </a:xfrm>
        </p:spPr>
        <p:txBody>
          <a:bodyPr anchor="ctr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600" b="1" kern="1200" dirty="0">
                <a:solidFill>
                  <a:schemeClr val="accent4"/>
                </a:solidFill>
                <a:latin typeface="+mn-lt"/>
                <a:ea typeface="Kozuka Gothic Pr6N EL" panose="020B0200000000000000" pitchFamily="34" charset="-128"/>
                <a:cs typeface="+mj-cs"/>
              </a:defRPr>
            </a:lvl1pPr>
          </a:lstStyle>
          <a:p>
            <a:pPr lvl="0"/>
            <a:r>
              <a:rPr lang="en-US" dirty="0"/>
              <a:t>Title of the Presentation</a:t>
            </a:r>
            <a:endParaRPr lang="en-GB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44287" y="1994506"/>
            <a:ext cx="4103426" cy="445097"/>
          </a:xfrm>
        </p:spPr>
        <p:txBody>
          <a:bodyPr anchor="ctr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b="0" kern="1200" dirty="0">
                <a:solidFill>
                  <a:schemeClr val="accent4"/>
                </a:solidFill>
                <a:latin typeface="+mj-lt"/>
                <a:ea typeface="Kozuka Gothic Pr6N EL" panose="020B0200000000000000" pitchFamily="34" charset="-128"/>
                <a:cs typeface="+mj-cs"/>
              </a:defRPr>
            </a:lvl1pPr>
          </a:lstStyle>
          <a:p>
            <a:pPr lvl="0"/>
            <a:r>
              <a:rPr lang="en-US" dirty="0"/>
              <a:t>Title of the Presentation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1626781" y="692103"/>
            <a:ext cx="1244010" cy="211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9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-1306687" y="-4614403"/>
            <a:ext cx="7497937" cy="11465601"/>
            <a:chOff x="6023714" y="2083013"/>
            <a:chExt cx="1770047" cy="2706701"/>
          </a:xfrm>
          <a:solidFill>
            <a:schemeClr val="bg1"/>
          </a:solidFill>
        </p:grpSpPr>
        <p:sp>
          <p:nvSpPr>
            <p:cNvPr id="6" name="Freeform 5"/>
            <p:cNvSpPr/>
            <p:nvPr userDrawn="1"/>
          </p:nvSpPr>
          <p:spPr>
            <a:xfrm>
              <a:off x="7365076" y="3163395"/>
              <a:ext cx="428685" cy="1109247"/>
            </a:xfrm>
            <a:custGeom>
              <a:avLst/>
              <a:gdLst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0 w 320040"/>
                <a:gd name="connsiteY3" fmla="*/ 1072342 h 1072342"/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9995 w 320040"/>
                <a:gd name="connsiteY3" fmla="*/ 1011233 h 1072342"/>
                <a:gd name="connsiteX4" fmla="*/ 0 w 320040"/>
                <a:gd name="connsiteY4" fmla="*/ 1072342 h 107234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8205"/>
                <a:gd name="connsiteY0" fmla="*/ 1056013 h 1068383"/>
                <a:gd name="connsiteX1" fmla="*/ 0 w 328205"/>
                <a:gd name="connsiteY1" fmla="*/ 37704 h 1068383"/>
                <a:gd name="connsiteX2" fmla="*/ 328205 w 328205"/>
                <a:gd name="connsiteY2" fmla="*/ 0 h 1068383"/>
                <a:gd name="connsiteX3" fmla="*/ 26324 w 328205"/>
                <a:gd name="connsiteY3" fmla="*/ 1068383 h 1068383"/>
                <a:gd name="connsiteX4" fmla="*/ 0 w 328205"/>
                <a:gd name="connsiteY4" fmla="*/ 1056013 h 1068383"/>
                <a:gd name="connsiteX0" fmla="*/ 0 w 429008"/>
                <a:gd name="connsiteY0" fmla="*/ 1056013 h 1068383"/>
                <a:gd name="connsiteX1" fmla="*/ 0 w 429008"/>
                <a:gd name="connsiteY1" fmla="*/ 37704 h 1068383"/>
                <a:gd name="connsiteX2" fmla="*/ 328205 w 429008"/>
                <a:gd name="connsiteY2" fmla="*/ 0 h 1068383"/>
                <a:gd name="connsiteX3" fmla="*/ 26324 w 429008"/>
                <a:gd name="connsiteY3" fmla="*/ 1068383 h 1068383"/>
                <a:gd name="connsiteX4" fmla="*/ 0 w 429008"/>
                <a:gd name="connsiteY4" fmla="*/ 1056013 h 1068383"/>
                <a:gd name="connsiteX0" fmla="*/ 0 w 441502"/>
                <a:gd name="connsiteY0" fmla="*/ 1056013 h 1068383"/>
                <a:gd name="connsiteX1" fmla="*/ 0 w 441502"/>
                <a:gd name="connsiteY1" fmla="*/ 37704 h 1068383"/>
                <a:gd name="connsiteX2" fmla="*/ 328205 w 441502"/>
                <a:gd name="connsiteY2" fmla="*/ 0 h 1068383"/>
                <a:gd name="connsiteX3" fmla="*/ 26324 w 441502"/>
                <a:gd name="connsiteY3" fmla="*/ 1068383 h 1068383"/>
                <a:gd name="connsiteX4" fmla="*/ 0 w 441502"/>
                <a:gd name="connsiteY4" fmla="*/ 1056013 h 1068383"/>
                <a:gd name="connsiteX0" fmla="*/ 0 w 435496"/>
                <a:gd name="connsiteY0" fmla="*/ 1056013 h 1068383"/>
                <a:gd name="connsiteX1" fmla="*/ 0 w 435496"/>
                <a:gd name="connsiteY1" fmla="*/ 37704 h 1068383"/>
                <a:gd name="connsiteX2" fmla="*/ 328205 w 435496"/>
                <a:gd name="connsiteY2" fmla="*/ 0 h 1068383"/>
                <a:gd name="connsiteX3" fmla="*/ 26324 w 435496"/>
                <a:gd name="connsiteY3" fmla="*/ 1068383 h 1068383"/>
                <a:gd name="connsiteX4" fmla="*/ 0 w 435496"/>
                <a:gd name="connsiteY4" fmla="*/ 1056013 h 1068383"/>
                <a:gd name="connsiteX0" fmla="*/ 0 w 435496"/>
                <a:gd name="connsiteY0" fmla="*/ 1076441 h 1088811"/>
                <a:gd name="connsiteX1" fmla="*/ 0 w 435496"/>
                <a:gd name="connsiteY1" fmla="*/ 58132 h 1088811"/>
                <a:gd name="connsiteX2" fmla="*/ 328205 w 435496"/>
                <a:gd name="connsiteY2" fmla="*/ 20428 h 1088811"/>
                <a:gd name="connsiteX3" fmla="*/ 26324 w 435496"/>
                <a:gd name="connsiteY3" fmla="*/ 1088811 h 1088811"/>
                <a:gd name="connsiteX4" fmla="*/ 0 w 435496"/>
                <a:gd name="connsiteY4" fmla="*/ 1076441 h 1088811"/>
                <a:gd name="connsiteX0" fmla="*/ 0 w 435496"/>
                <a:gd name="connsiteY0" fmla="*/ 1087320 h 1099690"/>
                <a:gd name="connsiteX1" fmla="*/ 0 w 435496"/>
                <a:gd name="connsiteY1" fmla="*/ 69011 h 1099690"/>
                <a:gd name="connsiteX2" fmla="*/ 328205 w 435496"/>
                <a:gd name="connsiteY2" fmla="*/ 31307 h 1099690"/>
                <a:gd name="connsiteX3" fmla="*/ 26324 w 435496"/>
                <a:gd name="connsiteY3" fmla="*/ 1099690 h 1099690"/>
                <a:gd name="connsiteX4" fmla="*/ 0 w 435496"/>
                <a:gd name="connsiteY4" fmla="*/ 1087320 h 1099690"/>
                <a:gd name="connsiteX0" fmla="*/ 0 w 435496"/>
                <a:gd name="connsiteY0" fmla="*/ 1145402 h 1157772"/>
                <a:gd name="connsiteX1" fmla="*/ 0 w 435496"/>
                <a:gd name="connsiteY1" fmla="*/ 127093 h 1157772"/>
                <a:gd name="connsiteX2" fmla="*/ 328205 w 435496"/>
                <a:gd name="connsiteY2" fmla="*/ 89389 h 1157772"/>
                <a:gd name="connsiteX3" fmla="*/ 26324 w 435496"/>
                <a:gd name="connsiteY3" fmla="*/ 1157772 h 1157772"/>
                <a:gd name="connsiteX4" fmla="*/ 0 w 435496"/>
                <a:gd name="connsiteY4" fmla="*/ 1145402 h 1157772"/>
                <a:gd name="connsiteX0" fmla="*/ 0 w 437090"/>
                <a:gd name="connsiteY0" fmla="*/ 1122002 h 1134372"/>
                <a:gd name="connsiteX1" fmla="*/ 0 w 437090"/>
                <a:gd name="connsiteY1" fmla="*/ 103693 h 1134372"/>
                <a:gd name="connsiteX2" fmla="*/ 328205 w 437090"/>
                <a:gd name="connsiteY2" fmla="*/ 65989 h 1134372"/>
                <a:gd name="connsiteX3" fmla="*/ 26324 w 437090"/>
                <a:gd name="connsiteY3" fmla="*/ 1134372 h 1134372"/>
                <a:gd name="connsiteX4" fmla="*/ 0 w 437090"/>
                <a:gd name="connsiteY4" fmla="*/ 1122002 h 1134372"/>
                <a:gd name="connsiteX0" fmla="*/ 0 w 437090"/>
                <a:gd name="connsiteY0" fmla="*/ 1096456 h 1108826"/>
                <a:gd name="connsiteX1" fmla="*/ 0 w 437090"/>
                <a:gd name="connsiteY1" fmla="*/ 78147 h 1108826"/>
                <a:gd name="connsiteX2" fmla="*/ 328205 w 437090"/>
                <a:gd name="connsiteY2" fmla="*/ 40443 h 1108826"/>
                <a:gd name="connsiteX3" fmla="*/ 26324 w 437090"/>
                <a:gd name="connsiteY3" fmla="*/ 1108826 h 1108826"/>
                <a:gd name="connsiteX4" fmla="*/ 0 w 437090"/>
                <a:gd name="connsiteY4" fmla="*/ 1096456 h 1108826"/>
                <a:gd name="connsiteX0" fmla="*/ 0 w 428685"/>
                <a:gd name="connsiteY0" fmla="*/ 1096877 h 1109247"/>
                <a:gd name="connsiteX1" fmla="*/ 0 w 428685"/>
                <a:gd name="connsiteY1" fmla="*/ 78568 h 1109247"/>
                <a:gd name="connsiteX2" fmla="*/ 328205 w 428685"/>
                <a:gd name="connsiteY2" fmla="*/ 40864 h 1109247"/>
                <a:gd name="connsiteX3" fmla="*/ 26324 w 428685"/>
                <a:gd name="connsiteY3" fmla="*/ 1109247 h 1109247"/>
                <a:gd name="connsiteX4" fmla="*/ 0 w 428685"/>
                <a:gd name="connsiteY4" fmla="*/ 1096877 h 1109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85" h="1109247">
                  <a:moveTo>
                    <a:pt x="0" y="1096877"/>
                  </a:moveTo>
                  <a:lnTo>
                    <a:pt x="0" y="78568"/>
                  </a:lnTo>
                  <a:cubicBezTo>
                    <a:pt x="149951" y="-32119"/>
                    <a:pt x="272735" y="-7425"/>
                    <a:pt x="328205" y="40864"/>
                  </a:cubicBezTo>
                  <a:cubicBezTo>
                    <a:pt x="560483" y="243071"/>
                    <a:pt x="360994" y="837484"/>
                    <a:pt x="26324" y="1109247"/>
                  </a:cubicBezTo>
                  <a:lnTo>
                    <a:pt x="0" y="1096877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7" name="Freeform 6"/>
            <p:cNvSpPr/>
            <p:nvPr userDrawn="1"/>
          </p:nvSpPr>
          <p:spPr>
            <a:xfrm>
              <a:off x="6023714" y="2083013"/>
              <a:ext cx="1694256" cy="2706701"/>
            </a:xfrm>
            <a:custGeom>
              <a:avLst/>
              <a:gdLst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810473 w 1694256"/>
                <a:gd name="connsiteY20" fmla="*/ 2195965 h 2706701"/>
                <a:gd name="connsiteX21" fmla="*/ 744478 w 1694256"/>
                <a:gd name="connsiteY21" fmla="*/ 2216504 h 2706701"/>
                <a:gd name="connsiteX22" fmla="*/ 710623 w 1694256"/>
                <a:gd name="connsiteY22" fmla="*/ 2231292 h 2706701"/>
                <a:gd name="connsiteX23" fmla="*/ 709756 w 1694256"/>
                <a:gd name="connsiteY23" fmla="*/ 2231292 h 2706701"/>
                <a:gd name="connsiteX24" fmla="*/ 613324 w 1694256"/>
                <a:gd name="connsiteY24" fmla="*/ 2280252 h 2706701"/>
                <a:gd name="connsiteX25" fmla="*/ 533296 w 1694256"/>
                <a:gd name="connsiteY25" fmla="*/ 2363258 h 2706701"/>
                <a:gd name="connsiteX26" fmla="*/ 76096 w 1694256"/>
                <a:gd name="connsiteY26" fmla="*/ 2397548 h 2706701"/>
                <a:gd name="connsiteX27" fmla="*/ 76096 w 1694256"/>
                <a:gd name="connsiteY27" fmla="*/ 2231292 h 2706701"/>
                <a:gd name="connsiteX28" fmla="*/ 75006 w 1694256"/>
                <a:gd name="connsiteY28" fmla="*/ 2231292 h 2706701"/>
                <a:gd name="connsiteX29" fmla="*/ 75006 w 1694256"/>
                <a:gd name="connsiteY29" fmla="*/ 907521 h 2706701"/>
                <a:gd name="connsiteX30" fmla="*/ 57499 w 1694256"/>
                <a:gd name="connsiteY30" fmla="*/ 889193 h 2706701"/>
                <a:gd name="connsiteX31" fmla="*/ 46072 w 1694256"/>
                <a:gd name="connsiteY31" fmla="*/ 560355 h 2706701"/>
                <a:gd name="connsiteX32" fmla="*/ 630244 w 1694256"/>
                <a:gd name="connsiteY32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810473 w 1694256"/>
                <a:gd name="connsiteY20" fmla="*/ 2195965 h 2706701"/>
                <a:gd name="connsiteX21" fmla="*/ 744478 w 1694256"/>
                <a:gd name="connsiteY21" fmla="*/ 2216504 h 2706701"/>
                <a:gd name="connsiteX22" fmla="*/ 710623 w 1694256"/>
                <a:gd name="connsiteY22" fmla="*/ 2231292 h 2706701"/>
                <a:gd name="connsiteX23" fmla="*/ 613324 w 1694256"/>
                <a:gd name="connsiteY23" fmla="*/ 2280252 h 2706701"/>
                <a:gd name="connsiteX24" fmla="*/ 533296 w 1694256"/>
                <a:gd name="connsiteY24" fmla="*/ 2363258 h 2706701"/>
                <a:gd name="connsiteX25" fmla="*/ 76096 w 1694256"/>
                <a:gd name="connsiteY25" fmla="*/ 2397548 h 2706701"/>
                <a:gd name="connsiteX26" fmla="*/ 76096 w 1694256"/>
                <a:gd name="connsiteY26" fmla="*/ 2231292 h 2706701"/>
                <a:gd name="connsiteX27" fmla="*/ 75006 w 1694256"/>
                <a:gd name="connsiteY27" fmla="*/ 2231292 h 2706701"/>
                <a:gd name="connsiteX28" fmla="*/ 75006 w 1694256"/>
                <a:gd name="connsiteY28" fmla="*/ 907521 h 2706701"/>
                <a:gd name="connsiteX29" fmla="*/ 57499 w 1694256"/>
                <a:gd name="connsiteY29" fmla="*/ 889193 h 2706701"/>
                <a:gd name="connsiteX30" fmla="*/ 46072 w 1694256"/>
                <a:gd name="connsiteY30" fmla="*/ 560355 h 2706701"/>
                <a:gd name="connsiteX31" fmla="*/ 630244 w 1694256"/>
                <a:gd name="connsiteY31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810473 w 1694256"/>
                <a:gd name="connsiteY20" fmla="*/ 2195965 h 2706701"/>
                <a:gd name="connsiteX21" fmla="*/ 744478 w 1694256"/>
                <a:gd name="connsiteY21" fmla="*/ 2216504 h 2706701"/>
                <a:gd name="connsiteX22" fmla="*/ 613324 w 1694256"/>
                <a:gd name="connsiteY22" fmla="*/ 2280252 h 2706701"/>
                <a:gd name="connsiteX23" fmla="*/ 533296 w 1694256"/>
                <a:gd name="connsiteY23" fmla="*/ 2363258 h 2706701"/>
                <a:gd name="connsiteX24" fmla="*/ 76096 w 1694256"/>
                <a:gd name="connsiteY24" fmla="*/ 2397548 h 2706701"/>
                <a:gd name="connsiteX25" fmla="*/ 76096 w 1694256"/>
                <a:gd name="connsiteY25" fmla="*/ 2231292 h 2706701"/>
                <a:gd name="connsiteX26" fmla="*/ 75006 w 1694256"/>
                <a:gd name="connsiteY26" fmla="*/ 2231292 h 2706701"/>
                <a:gd name="connsiteX27" fmla="*/ 75006 w 1694256"/>
                <a:gd name="connsiteY27" fmla="*/ 907521 h 2706701"/>
                <a:gd name="connsiteX28" fmla="*/ 57499 w 1694256"/>
                <a:gd name="connsiteY28" fmla="*/ 889193 h 2706701"/>
                <a:gd name="connsiteX29" fmla="*/ 46072 w 1694256"/>
                <a:gd name="connsiteY29" fmla="*/ 560355 h 2706701"/>
                <a:gd name="connsiteX30" fmla="*/ 630244 w 1694256"/>
                <a:gd name="connsiteY30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810473 w 1694256"/>
                <a:gd name="connsiteY20" fmla="*/ 2195965 h 2706701"/>
                <a:gd name="connsiteX21" fmla="*/ 613324 w 1694256"/>
                <a:gd name="connsiteY21" fmla="*/ 2280252 h 2706701"/>
                <a:gd name="connsiteX22" fmla="*/ 533296 w 1694256"/>
                <a:gd name="connsiteY22" fmla="*/ 2363258 h 2706701"/>
                <a:gd name="connsiteX23" fmla="*/ 76096 w 1694256"/>
                <a:gd name="connsiteY23" fmla="*/ 2397548 h 2706701"/>
                <a:gd name="connsiteX24" fmla="*/ 76096 w 1694256"/>
                <a:gd name="connsiteY24" fmla="*/ 2231292 h 2706701"/>
                <a:gd name="connsiteX25" fmla="*/ 75006 w 1694256"/>
                <a:gd name="connsiteY25" fmla="*/ 2231292 h 2706701"/>
                <a:gd name="connsiteX26" fmla="*/ 75006 w 1694256"/>
                <a:gd name="connsiteY26" fmla="*/ 907521 h 2706701"/>
                <a:gd name="connsiteX27" fmla="*/ 57499 w 1694256"/>
                <a:gd name="connsiteY27" fmla="*/ 889193 h 2706701"/>
                <a:gd name="connsiteX28" fmla="*/ 46072 w 1694256"/>
                <a:gd name="connsiteY28" fmla="*/ 560355 h 2706701"/>
                <a:gd name="connsiteX29" fmla="*/ 630244 w 1694256"/>
                <a:gd name="connsiteY29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613324 w 1694256"/>
                <a:gd name="connsiteY20" fmla="*/ 2280252 h 2706701"/>
                <a:gd name="connsiteX21" fmla="*/ 533296 w 1694256"/>
                <a:gd name="connsiteY21" fmla="*/ 2363258 h 2706701"/>
                <a:gd name="connsiteX22" fmla="*/ 76096 w 1694256"/>
                <a:gd name="connsiteY22" fmla="*/ 2397548 h 2706701"/>
                <a:gd name="connsiteX23" fmla="*/ 76096 w 1694256"/>
                <a:gd name="connsiteY23" fmla="*/ 2231292 h 2706701"/>
                <a:gd name="connsiteX24" fmla="*/ 75006 w 1694256"/>
                <a:gd name="connsiteY24" fmla="*/ 2231292 h 2706701"/>
                <a:gd name="connsiteX25" fmla="*/ 75006 w 1694256"/>
                <a:gd name="connsiteY25" fmla="*/ 907521 h 2706701"/>
                <a:gd name="connsiteX26" fmla="*/ 57499 w 1694256"/>
                <a:gd name="connsiteY26" fmla="*/ 889193 h 2706701"/>
                <a:gd name="connsiteX27" fmla="*/ 46072 w 1694256"/>
                <a:gd name="connsiteY27" fmla="*/ 560355 h 2706701"/>
                <a:gd name="connsiteX28" fmla="*/ 630244 w 1694256"/>
                <a:gd name="connsiteY28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533296 w 1694256"/>
                <a:gd name="connsiteY20" fmla="*/ 2363258 h 2706701"/>
                <a:gd name="connsiteX21" fmla="*/ 76096 w 1694256"/>
                <a:gd name="connsiteY21" fmla="*/ 2397548 h 2706701"/>
                <a:gd name="connsiteX22" fmla="*/ 76096 w 1694256"/>
                <a:gd name="connsiteY22" fmla="*/ 2231292 h 2706701"/>
                <a:gd name="connsiteX23" fmla="*/ 75006 w 1694256"/>
                <a:gd name="connsiteY23" fmla="*/ 2231292 h 2706701"/>
                <a:gd name="connsiteX24" fmla="*/ 75006 w 1694256"/>
                <a:gd name="connsiteY24" fmla="*/ 907521 h 2706701"/>
                <a:gd name="connsiteX25" fmla="*/ 57499 w 1694256"/>
                <a:gd name="connsiteY25" fmla="*/ 889193 h 2706701"/>
                <a:gd name="connsiteX26" fmla="*/ 46072 w 1694256"/>
                <a:gd name="connsiteY26" fmla="*/ 560355 h 2706701"/>
                <a:gd name="connsiteX27" fmla="*/ 630244 w 1694256"/>
                <a:gd name="connsiteY27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533296 w 1694256"/>
                <a:gd name="connsiteY20" fmla="*/ 2363258 h 2706701"/>
                <a:gd name="connsiteX21" fmla="*/ 76096 w 1694256"/>
                <a:gd name="connsiteY21" fmla="*/ 2397548 h 2706701"/>
                <a:gd name="connsiteX22" fmla="*/ 76096 w 1694256"/>
                <a:gd name="connsiteY22" fmla="*/ 2231292 h 2706701"/>
                <a:gd name="connsiteX23" fmla="*/ 75006 w 1694256"/>
                <a:gd name="connsiteY23" fmla="*/ 2231292 h 2706701"/>
                <a:gd name="connsiteX24" fmla="*/ 75006 w 1694256"/>
                <a:gd name="connsiteY24" fmla="*/ 907521 h 2706701"/>
                <a:gd name="connsiteX25" fmla="*/ 57499 w 1694256"/>
                <a:gd name="connsiteY25" fmla="*/ 889193 h 2706701"/>
                <a:gd name="connsiteX26" fmla="*/ 46072 w 1694256"/>
                <a:gd name="connsiteY26" fmla="*/ 560355 h 2706701"/>
                <a:gd name="connsiteX27" fmla="*/ 630244 w 1694256"/>
                <a:gd name="connsiteY27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533296 w 1694256"/>
                <a:gd name="connsiteY20" fmla="*/ 2363258 h 2706701"/>
                <a:gd name="connsiteX21" fmla="*/ 76096 w 1694256"/>
                <a:gd name="connsiteY21" fmla="*/ 2397548 h 2706701"/>
                <a:gd name="connsiteX22" fmla="*/ 76096 w 1694256"/>
                <a:gd name="connsiteY22" fmla="*/ 2231292 h 2706701"/>
                <a:gd name="connsiteX23" fmla="*/ 75006 w 1694256"/>
                <a:gd name="connsiteY23" fmla="*/ 2231292 h 2706701"/>
                <a:gd name="connsiteX24" fmla="*/ 75006 w 1694256"/>
                <a:gd name="connsiteY24" fmla="*/ 907521 h 2706701"/>
                <a:gd name="connsiteX25" fmla="*/ 57499 w 1694256"/>
                <a:gd name="connsiteY25" fmla="*/ 889193 h 2706701"/>
                <a:gd name="connsiteX26" fmla="*/ 46072 w 1694256"/>
                <a:gd name="connsiteY26" fmla="*/ 560355 h 2706701"/>
                <a:gd name="connsiteX27" fmla="*/ 630244 w 1694256"/>
                <a:gd name="connsiteY27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1828865 h 2706701"/>
                <a:gd name="connsiteX16" fmla="*/ 895470 w 1694256"/>
                <a:gd name="connsiteY16" fmla="*/ 1794803 h 2706701"/>
                <a:gd name="connsiteX17" fmla="*/ 861408 w 1694256"/>
                <a:gd name="connsiteY17" fmla="*/ 1828865 h 2706701"/>
                <a:gd name="connsiteX18" fmla="*/ 861408 w 1694256"/>
                <a:gd name="connsiteY18" fmla="*/ 2184754 h 2706701"/>
                <a:gd name="connsiteX19" fmla="*/ 533296 w 1694256"/>
                <a:gd name="connsiteY19" fmla="*/ 2363258 h 2706701"/>
                <a:gd name="connsiteX20" fmla="*/ 76096 w 1694256"/>
                <a:gd name="connsiteY20" fmla="*/ 2397548 h 2706701"/>
                <a:gd name="connsiteX21" fmla="*/ 76096 w 1694256"/>
                <a:gd name="connsiteY21" fmla="*/ 2231292 h 2706701"/>
                <a:gd name="connsiteX22" fmla="*/ 75006 w 1694256"/>
                <a:gd name="connsiteY22" fmla="*/ 2231292 h 2706701"/>
                <a:gd name="connsiteX23" fmla="*/ 75006 w 1694256"/>
                <a:gd name="connsiteY23" fmla="*/ 907521 h 2706701"/>
                <a:gd name="connsiteX24" fmla="*/ 57499 w 1694256"/>
                <a:gd name="connsiteY24" fmla="*/ 889193 h 2706701"/>
                <a:gd name="connsiteX25" fmla="*/ 46072 w 1694256"/>
                <a:gd name="connsiteY25" fmla="*/ 560355 h 2706701"/>
                <a:gd name="connsiteX26" fmla="*/ 630244 w 1694256"/>
                <a:gd name="connsiteY26" fmla="*/ 1106 h 270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94256" h="2706701">
                  <a:moveTo>
                    <a:pt x="630244" y="1106"/>
                  </a:moveTo>
                  <a:cubicBezTo>
                    <a:pt x="662229" y="-943"/>
                    <a:pt x="695521" y="-114"/>
                    <a:pt x="730426" y="3322"/>
                  </a:cubicBezTo>
                  <a:cubicBezTo>
                    <a:pt x="908076" y="20811"/>
                    <a:pt x="1172514" y="133162"/>
                    <a:pt x="1249419" y="430176"/>
                  </a:cubicBezTo>
                  <a:lnTo>
                    <a:pt x="1269881" y="567590"/>
                  </a:lnTo>
                  <a:lnTo>
                    <a:pt x="1270095" y="567590"/>
                  </a:lnTo>
                  <a:lnTo>
                    <a:pt x="1270095" y="569029"/>
                  </a:lnTo>
                  <a:cubicBezTo>
                    <a:pt x="1270095" y="569031"/>
                    <a:pt x="1270096" y="569033"/>
                    <a:pt x="1270096" y="569035"/>
                  </a:cubicBezTo>
                  <a:cubicBezTo>
                    <a:pt x="1270096" y="569040"/>
                    <a:pt x="1270095" y="569044"/>
                    <a:pt x="1270095" y="569049"/>
                  </a:cubicBezTo>
                  <a:lnTo>
                    <a:pt x="1270095" y="2230451"/>
                  </a:lnTo>
                  <a:lnTo>
                    <a:pt x="1272435" y="2230451"/>
                  </a:lnTo>
                  <a:cubicBezTo>
                    <a:pt x="1415764" y="2274901"/>
                    <a:pt x="1534599" y="2305744"/>
                    <a:pt x="1694256" y="2494430"/>
                  </a:cubicBezTo>
                  <a:cubicBezTo>
                    <a:pt x="1396714" y="2461772"/>
                    <a:pt x="1210749" y="2529808"/>
                    <a:pt x="1095542" y="2706701"/>
                  </a:cubicBezTo>
                  <a:cubicBezTo>
                    <a:pt x="971263" y="2518922"/>
                    <a:pt x="727242" y="2453608"/>
                    <a:pt x="510435" y="2494430"/>
                  </a:cubicBezTo>
                  <a:cubicBezTo>
                    <a:pt x="598541" y="2345999"/>
                    <a:pt x="776242" y="2276744"/>
                    <a:pt x="890393" y="2242910"/>
                  </a:cubicBezTo>
                  <a:lnTo>
                    <a:pt x="931969" y="2231292"/>
                  </a:lnTo>
                  <a:cubicBezTo>
                    <a:pt x="931157" y="2097150"/>
                    <a:pt x="930344" y="1963007"/>
                    <a:pt x="929532" y="1828865"/>
                  </a:cubicBezTo>
                  <a:cubicBezTo>
                    <a:pt x="929532" y="1810053"/>
                    <a:pt x="914282" y="1794803"/>
                    <a:pt x="895470" y="1794803"/>
                  </a:cubicBezTo>
                  <a:cubicBezTo>
                    <a:pt x="876658" y="1794803"/>
                    <a:pt x="861408" y="1810053"/>
                    <a:pt x="861408" y="1828865"/>
                  </a:cubicBezTo>
                  <a:lnTo>
                    <a:pt x="861408" y="2184754"/>
                  </a:lnTo>
                  <a:cubicBezTo>
                    <a:pt x="743159" y="2220581"/>
                    <a:pt x="627871" y="2259368"/>
                    <a:pt x="533296" y="2363258"/>
                  </a:cubicBezTo>
                  <a:cubicBezTo>
                    <a:pt x="383855" y="2386525"/>
                    <a:pt x="234414" y="2397955"/>
                    <a:pt x="76096" y="2397548"/>
                  </a:cubicBezTo>
                  <a:lnTo>
                    <a:pt x="76096" y="2231292"/>
                  </a:lnTo>
                  <a:lnTo>
                    <a:pt x="75006" y="2231292"/>
                  </a:lnTo>
                  <a:lnTo>
                    <a:pt x="75006" y="907521"/>
                  </a:lnTo>
                  <a:lnTo>
                    <a:pt x="57499" y="889193"/>
                  </a:lnTo>
                  <a:cubicBezTo>
                    <a:pt x="-7431" y="807015"/>
                    <a:pt x="-25517" y="699463"/>
                    <a:pt x="46072" y="560355"/>
                  </a:cubicBezTo>
                  <a:cubicBezTo>
                    <a:pt x="246520" y="170854"/>
                    <a:pt x="406350" y="15454"/>
                    <a:pt x="630244" y="1106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737" y="2993923"/>
            <a:ext cx="5948131" cy="87015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0" y="2991921"/>
            <a:ext cx="0" cy="8741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158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2485243" y="-887591"/>
            <a:ext cx="9538850" cy="13776682"/>
            <a:chOff x="6026149" y="2074903"/>
            <a:chExt cx="1878453" cy="2712997"/>
          </a:xfrm>
          <a:solidFill>
            <a:schemeClr val="bg1"/>
          </a:solidFill>
        </p:grpSpPr>
        <p:sp>
          <p:nvSpPr>
            <p:cNvPr id="10" name="Freeform 9"/>
            <p:cNvSpPr/>
            <p:nvPr userDrawn="1"/>
          </p:nvSpPr>
          <p:spPr>
            <a:xfrm>
              <a:off x="7370633" y="3157798"/>
              <a:ext cx="429682" cy="1111827"/>
            </a:xfrm>
            <a:custGeom>
              <a:avLst/>
              <a:gdLst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0 w 320040"/>
                <a:gd name="connsiteY3" fmla="*/ 1072342 h 1072342"/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9995 w 320040"/>
                <a:gd name="connsiteY3" fmla="*/ 1011233 h 1072342"/>
                <a:gd name="connsiteX4" fmla="*/ 0 w 320040"/>
                <a:gd name="connsiteY4" fmla="*/ 1072342 h 107234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8205"/>
                <a:gd name="connsiteY0" fmla="*/ 1056013 h 1068383"/>
                <a:gd name="connsiteX1" fmla="*/ 0 w 328205"/>
                <a:gd name="connsiteY1" fmla="*/ 37704 h 1068383"/>
                <a:gd name="connsiteX2" fmla="*/ 328205 w 328205"/>
                <a:gd name="connsiteY2" fmla="*/ 0 h 1068383"/>
                <a:gd name="connsiteX3" fmla="*/ 26324 w 328205"/>
                <a:gd name="connsiteY3" fmla="*/ 1068383 h 1068383"/>
                <a:gd name="connsiteX4" fmla="*/ 0 w 328205"/>
                <a:gd name="connsiteY4" fmla="*/ 1056013 h 1068383"/>
                <a:gd name="connsiteX0" fmla="*/ 0 w 429008"/>
                <a:gd name="connsiteY0" fmla="*/ 1056013 h 1068383"/>
                <a:gd name="connsiteX1" fmla="*/ 0 w 429008"/>
                <a:gd name="connsiteY1" fmla="*/ 37704 h 1068383"/>
                <a:gd name="connsiteX2" fmla="*/ 328205 w 429008"/>
                <a:gd name="connsiteY2" fmla="*/ 0 h 1068383"/>
                <a:gd name="connsiteX3" fmla="*/ 26324 w 429008"/>
                <a:gd name="connsiteY3" fmla="*/ 1068383 h 1068383"/>
                <a:gd name="connsiteX4" fmla="*/ 0 w 429008"/>
                <a:gd name="connsiteY4" fmla="*/ 1056013 h 1068383"/>
                <a:gd name="connsiteX0" fmla="*/ 0 w 441502"/>
                <a:gd name="connsiteY0" fmla="*/ 1056013 h 1068383"/>
                <a:gd name="connsiteX1" fmla="*/ 0 w 441502"/>
                <a:gd name="connsiteY1" fmla="*/ 37704 h 1068383"/>
                <a:gd name="connsiteX2" fmla="*/ 328205 w 441502"/>
                <a:gd name="connsiteY2" fmla="*/ 0 h 1068383"/>
                <a:gd name="connsiteX3" fmla="*/ 26324 w 441502"/>
                <a:gd name="connsiteY3" fmla="*/ 1068383 h 1068383"/>
                <a:gd name="connsiteX4" fmla="*/ 0 w 441502"/>
                <a:gd name="connsiteY4" fmla="*/ 1056013 h 1068383"/>
                <a:gd name="connsiteX0" fmla="*/ 0 w 435496"/>
                <a:gd name="connsiteY0" fmla="*/ 1056013 h 1068383"/>
                <a:gd name="connsiteX1" fmla="*/ 0 w 435496"/>
                <a:gd name="connsiteY1" fmla="*/ 37704 h 1068383"/>
                <a:gd name="connsiteX2" fmla="*/ 328205 w 435496"/>
                <a:gd name="connsiteY2" fmla="*/ 0 h 1068383"/>
                <a:gd name="connsiteX3" fmla="*/ 26324 w 435496"/>
                <a:gd name="connsiteY3" fmla="*/ 1068383 h 1068383"/>
                <a:gd name="connsiteX4" fmla="*/ 0 w 435496"/>
                <a:gd name="connsiteY4" fmla="*/ 1056013 h 1068383"/>
                <a:gd name="connsiteX0" fmla="*/ 0 w 435496"/>
                <a:gd name="connsiteY0" fmla="*/ 1076441 h 1088811"/>
                <a:gd name="connsiteX1" fmla="*/ 0 w 435496"/>
                <a:gd name="connsiteY1" fmla="*/ 58132 h 1088811"/>
                <a:gd name="connsiteX2" fmla="*/ 328205 w 435496"/>
                <a:gd name="connsiteY2" fmla="*/ 20428 h 1088811"/>
                <a:gd name="connsiteX3" fmla="*/ 26324 w 435496"/>
                <a:gd name="connsiteY3" fmla="*/ 1088811 h 1088811"/>
                <a:gd name="connsiteX4" fmla="*/ 0 w 435496"/>
                <a:gd name="connsiteY4" fmla="*/ 1076441 h 1088811"/>
                <a:gd name="connsiteX0" fmla="*/ 0 w 435496"/>
                <a:gd name="connsiteY0" fmla="*/ 1087320 h 1099690"/>
                <a:gd name="connsiteX1" fmla="*/ 0 w 435496"/>
                <a:gd name="connsiteY1" fmla="*/ 69011 h 1099690"/>
                <a:gd name="connsiteX2" fmla="*/ 328205 w 435496"/>
                <a:gd name="connsiteY2" fmla="*/ 31307 h 1099690"/>
                <a:gd name="connsiteX3" fmla="*/ 26324 w 435496"/>
                <a:gd name="connsiteY3" fmla="*/ 1099690 h 1099690"/>
                <a:gd name="connsiteX4" fmla="*/ 0 w 435496"/>
                <a:gd name="connsiteY4" fmla="*/ 1087320 h 1099690"/>
                <a:gd name="connsiteX0" fmla="*/ 0 w 435496"/>
                <a:gd name="connsiteY0" fmla="*/ 1145402 h 1157772"/>
                <a:gd name="connsiteX1" fmla="*/ 0 w 435496"/>
                <a:gd name="connsiteY1" fmla="*/ 127093 h 1157772"/>
                <a:gd name="connsiteX2" fmla="*/ 328205 w 435496"/>
                <a:gd name="connsiteY2" fmla="*/ 89389 h 1157772"/>
                <a:gd name="connsiteX3" fmla="*/ 26324 w 435496"/>
                <a:gd name="connsiteY3" fmla="*/ 1157772 h 1157772"/>
                <a:gd name="connsiteX4" fmla="*/ 0 w 435496"/>
                <a:gd name="connsiteY4" fmla="*/ 1145402 h 1157772"/>
                <a:gd name="connsiteX0" fmla="*/ 0 w 437090"/>
                <a:gd name="connsiteY0" fmla="*/ 1122002 h 1134372"/>
                <a:gd name="connsiteX1" fmla="*/ 0 w 437090"/>
                <a:gd name="connsiteY1" fmla="*/ 103693 h 1134372"/>
                <a:gd name="connsiteX2" fmla="*/ 328205 w 437090"/>
                <a:gd name="connsiteY2" fmla="*/ 65989 h 1134372"/>
                <a:gd name="connsiteX3" fmla="*/ 26324 w 437090"/>
                <a:gd name="connsiteY3" fmla="*/ 1134372 h 1134372"/>
                <a:gd name="connsiteX4" fmla="*/ 0 w 437090"/>
                <a:gd name="connsiteY4" fmla="*/ 1122002 h 1134372"/>
                <a:gd name="connsiteX0" fmla="*/ 0 w 437090"/>
                <a:gd name="connsiteY0" fmla="*/ 1096456 h 1108826"/>
                <a:gd name="connsiteX1" fmla="*/ 0 w 437090"/>
                <a:gd name="connsiteY1" fmla="*/ 78147 h 1108826"/>
                <a:gd name="connsiteX2" fmla="*/ 328205 w 437090"/>
                <a:gd name="connsiteY2" fmla="*/ 40443 h 1108826"/>
                <a:gd name="connsiteX3" fmla="*/ 26324 w 437090"/>
                <a:gd name="connsiteY3" fmla="*/ 1108826 h 1108826"/>
                <a:gd name="connsiteX4" fmla="*/ 0 w 437090"/>
                <a:gd name="connsiteY4" fmla="*/ 1096456 h 1108826"/>
                <a:gd name="connsiteX0" fmla="*/ 0 w 428685"/>
                <a:gd name="connsiteY0" fmla="*/ 1096877 h 1109247"/>
                <a:gd name="connsiteX1" fmla="*/ 0 w 428685"/>
                <a:gd name="connsiteY1" fmla="*/ 78568 h 1109247"/>
                <a:gd name="connsiteX2" fmla="*/ 328205 w 428685"/>
                <a:gd name="connsiteY2" fmla="*/ 40864 h 1109247"/>
                <a:gd name="connsiteX3" fmla="*/ 26324 w 428685"/>
                <a:gd name="connsiteY3" fmla="*/ 1109247 h 1109247"/>
                <a:gd name="connsiteX4" fmla="*/ 0 w 428685"/>
                <a:gd name="connsiteY4" fmla="*/ 1096877 h 1109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85" h="1109247">
                  <a:moveTo>
                    <a:pt x="0" y="1096877"/>
                  </a:moveTo>
                  <a:lnTo>
                    <a:pt x="0" y="78568"/>
                  </a:lnTo>
                  <a:cubicBezTo>
                    <a:pt x="149951" y="-32119"/>
                    <a:pt x="272735" y="-7425"/>
                    <a:pt x="328205" y="40864"/>
                  </a:cubicBezTo>
                  <a:cubicBezTo>
                    <a:pt x="560483" y="243071"/>
                    <a:pt x="360994" y="837484"/>
                    <a:pt x="26324" y="1109247"/>
                  </a:cubicBezTo>
                  <a:lnTo>
                    <a:pt x="0" y="1096877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1" name="Freeform 10"/>
            <p:cNvSpPr/>
            <p:nvPr userDrawn="1"/>
          </p:nvSpPr>
          <p:spPr>
            <a:xfrm>
              <a:off x="6504808" y="2457179"/>
              <a:ext cx="416030" cy="416030"/>
            </a:xfrm>
            <a:custGeom>
              <a:avLst/>
              <a:gdLst>
                <a:gd name="connsiteX0" fmla="*/ 208015 w 416030"/>
                <a:gd name="connsiteY0" fmla="*/ 121342 h 416030"/>
                <a:gd name="connsiteX1" fmla="*/ 121342 w 416030"/>
                <a:gd name="connsiteY1" fmla="*/ 208015 h 416030"/>
                <a:gd name="connsiteX2" fmla="*/ 208015 w 416030"/>
                <a:gd name="connsiteY2" fmla="*/ 294688 h 416030"/>
                <a:gd name="connsiteX3" fmla="*/ 294688 w 416030"/>
                <a:gd name="connsiteY3" fmla="*/ 208015 h 416030"/>
                <a:gd name="connsiteX4" fmla="*/ 208015 w 416030"/>
                <a:gd name="connsiteY4" fmla="*/ 121342 h 416030"/>
                <a:gd name="connsiteX5" fmla="*/ 208015 w 416030"/>
                <a:gd name="connsiteY5" fmla="*/ 0 h 416030"/>
                <a:gd name="connsiteX6" fmla="*/ 416030 w 416030"/>
                <a:gd name="connsiteY6" fmla="*/ 208015 h 416030"/>
                <a:gd name="connsiteX7" fmla="*/ 208015 w 416030"/>
                <a:gd name="connsiteY7" fmla="*/ 416030 h 416030"/>
                <a:gd name="connsiteX8" fmla="*/ 0 w 416030"/>
                <a:gd name="connsiteY8" fmla="*/ 208015 h 416030"/>
                <a:gd name="connsiteX9" fmla="*/ 208015 w 416030"/>
                <a:gd name="connsiteY9" fmla="*/ 0 h 41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030" h="416030">
                  <a:moveTo>
                    <a:pt x="208015" y="121342"/>
                  </a:moveTo>
                  <a:cubicBezTo>
                    <a:pt x="160147" y="121342"/>
                    <a:pt x="121342" y="160147"/>
                    <a:pt x="121342" y="208015"/>
                  </a:cubicBezTo>
                  <a:cubicBezTo>
                    <a:pt x="121342" y="255883"/>
                    <a:pt x="160147" y="294688"/>
                    <a:pt x="208015" y="294688"/>
                  </a:cubicBezTo>
                  <a:cubicBezTo>
                    <a:pt x="255883" y="294688"/>
                    <a:pt x="294688" y="255883"/>
                    <a:pt x="294688" y="208015"/>
                  </a:cubicBezTo>
                  <a:cubicBezTo>
                    <a:pt x="294688" y="160147"/>
                    <a:pt x="255883" y="121342"/>
                    <a:pt x="208015" y="121342"/>
                  </a:cubicBezTo>
                  <a:close/>
                  <a:moveTo>
                    <a:pt x="208015" y="0"/>
                  </a:moveTo>
                  <a:cubicBezTo>
                    <a:pt x="322899" y="0"/>
                    <a:pt x="416030" y="93131"/>
                    <a:pt x="416030" y="208015"/>
                  </a:cubicBezTo>
                  <a:cubicBezTo>
                    <a:pt x="416030" y="322899"/>
                    <a:pt x="322899" y="416030"/>
                    <a:pt x="208015" y="416030"/>
                  </a:cubicBezTo>
                  <a:cubicBezTo>
                    <a:pt x="93131" y="416030"/>
                    <a:pt x="0" y="322899"/>
                    <a:pt x="0" y="208015"/>
                  </a:cubicBezTo>
                  <a:cubicBezTo>
                    <a:pt x="0" y="93131"/>
                    <a:pt x="93131" y="0"/>
                    <a:pt x="208015" y="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2" name="Freeform 11"/>
            <p:cNvSpPr/>
            <p:nvPr userDrawn="1"/>
          </p:nvSpPr>
          <p:spPr>
            <a:xfrm>
              <a:off x="6026149" y="2074903"/>
              <a:ext cx="1698199" cy="2712997"/>
            </a:xfrm>
            <a:custGeom>
              <a:avLst/>
              <a:gdLst>
                <a:gd name="connsiteX0" fmla="*/ 631712 w 1698199"/>
                <a:gd name="connsiteY0" fmla="*/ 1109 h 2712997"/>
                <a:gd name="connsiteX1" fmla="*/ 732127 w 1698199"/>
                <a:gd name="connsiteY1" fmla="*/ 3330 h 2712997"/>
                <a:gd name="connsiteX2" fmla="*/ 1252327 w 1698199"/>
                <a:gd name="connsiteY2" fmla="*/ 431177 h 2712997"/>
                <a:gd name="connsiteX3" fmla="*/ 1272837 w 1698199"/>
                <a:gd name="connsiteY3" fmla="*/ 568910 h 2712997"/>
                <a:gd name="connsiteX4" fmla="*/ 1273051 w 1698199"/>
                <a:gd name="connsiteY4" fmla="*/ 568910 h 2712997"/>
                <a:gd name="connsiteX5" fmla="*/ 1273051 w 1698199"/>
                <a:gd name="connsiteY5" fmla="*/ 570353 h 2712997"/>
                <a:gd name="connsiteX6" fmla="*/ 1273052 w 1698199"/>
                <a:gd name="connsiteY6" fmla="*/ 570359 h 2712997"/>
                <a:gd name="connsiteX7" fmla="*/ 1273051 w 1698199"/>
                <a:gd name="connsiteY7" fmla="*/ 570373 h 2712997"/>
                <a:gd name="connsiteX8" fmla="*/ 1273051 w 1698199"/>
                <a:gd name="connsiteY8" fmla="*/ 2235639 h 2712997"/>
                <a:gd name="connsiteX9" fmla="*/ 1275397 w 1698199"/>
                <a:gd name="connsiteY9" fmla="*/ 2235639 h 2712997"/>
                <a:gd name="connsiteX10" fmla="*/ 1698199 w 1698199"/>
                <a:gd name="connsiteY10" fmla="*/ 2500232 h 2712997"/>
                <a:gd name="connsiteX11" fmla="*/ 1098092 w 1698199"/>
                <a:gd name="connsiteY11" fmla="*/ 2712997 h 2712997"/>
                <a:gd name="connsiteX12" fmla="*/ 511624 w 1698199"/>
                <a:gd name="connsiteY12" fmla="*/ 2500232 h 2712997"/>
                <a:gd name="connsiteX13" fmla="*/ 892466 w 1698199"/>
                <a:gd name="connsiteY13" fmla="*/ 2248127 h 2712997"/>
                <a:gd name="connsiteX14" fmla="*/ 934139 w 1698199"/>
                <a:gd name="connsiteY14" fmla="*/ 2236482 h 2712997"/>
                <a:gd name="connsiteX15" fmla="*/ 931696 w 1698199"/>
                <a:gd name="connsiteY15" fmla="*/ 1833119 h 2712997"/>
                <a:gd name="connsiteX16" fmla="*/ 897555 w 1698199"/>
                <a:gd name="connsiteY16" fmla="*/ 1798978 h 2712997"/>
                <a:gd name="connsiteX17" fmla="*/ 863413 w 1698199"/>
                <a:gd name="connsiteY17" fmla="*/ 1833119 h 2712997"/>
                <a:gd name="connsiteX18" fmla="*/ 863413 w 1698199"/>
                <a:gd name="connsiteY18" fmla="*/ 2189836 h 2712997"/>
                <a:gd name="connsiteX19" fmla="*/ 534538 w 1698199"/>
                <a:gd name="connsiteY19" fmla="*/ 2368755 h 2712997"/>
                <a:gd name="connsiteX20" fmla="*/ 76274 w 1698199"/>
                <a:gd name="connsiteY20" fmla="*/ 2403125 h 2712997"/>
                <a:gd name="connsiteX21" fmla="*/ 76274 w 1698199"/>
                <a:gd name="connsiteY21" fmla="*/ 2236482 h 2712997"/>
                <a:gd name="connsiteX22" fmla="*/ 75182 w 1698199"/>
                <a:gd name="connsiteY22" fmla="*/ 2236482 h 2712997"/>
                <a:gd name="connsiteX23" fmla="*/ 75182 w 1698199"/>
                <a:gd name="connsiteY23" fmla="*/ 1776964 h 2712997"/>
                <a:gd name="connsiteX24" fmla="*/ 191585 w 1698199"/>
                <a:gd name="connsiteY24" fmla="*/ 1766394 h 2712997"/>
                <a:gd name="connsiteX25" fmla="*/ 707915 w 1698199"/>
                <a:gd name="connsiteY25" fmla="*/ 1426447 h 2712997"/>
                <a:gd name="connsiteX26" fmla="*/ 1085800 w 1698199"/>
                <a:gd name="connsiteY26" fmla="*/ 1127663 h 2712997"/>
                <a:gd name="connsiteX27" fmla="*/ 1133041 w 1698199"/>
                <a:gd name="connsiteY27" fmla="*/ 1096898 h 2712997"/>
                <a:gd name="connsiteX28" fmla="*/ 1076703 w 1698199"/>
                <a:gd name="connsiteY28" fmla="*/ 1066992 h 2712997"/>
                <a:gd name="connsiteX29" fmla="*/ 760539 w 1698199"/>
                <a:gd name="connsiteY29" fmla="*/ 1272862 h 2712997"/>
                <a:gd name="connsiteX30" fmla="*/ 172435 w 1698199"/>
                <a:gd name="connsiteY30" fmla="*/ 1550375 h 2712997"/>
                <a:gd name="connsiteX31" fmla="*/ 75182 w 1698199"/>
                <a:gd name="connsiteY31" fmla="*/ 1552133 h 2712997"/>
                <a:gd name="connsiteX32" fmla="*/ 75182 w 1698199"/>
                <a:gd name="connsiteY32" fmla="*/ 909632 h 2712997"/>
                <a:gd name="connsiteX33" fmla="*/ 57634 w 1698199"/>
                <a:gd name="connsiteY33" fmla="*/ 891261 h 2712997"/>
                <a:gd name="connsiteX34" fmla="*/ 46180 w 1698199"/>
                <a:gd name="connsiteY34" fmla="*/ 561659 h 2712997"/>
                <a:gd name="connsiteX35" fmla="*/ 631712 w 1698199"/>
                <a:gd name="connsiteY35" fmla="*/ 1109 h 2712997"/>
                <a:gd name="connsiteX36" fmla="*/ 686674 w 1698199"/>
                <a:gd name="connsiteY36" fmla="*/ 256600 h 2712997"/>
                <a:gd name="connsiteX37" fmla="*/ 352983 w 1698199"/>
                <a:gd name="connsiteY37" fmla="*/ 590291 h 2712997"/>
                <a:gd name="connsiteX38" fmla="*/ 686674 w 1698199"/>
                <a:gd name="connsiteY38" fmla="*/ 923982 h 2712997"/>
                <a:gd name="connsiteX39" fmla="*/ 1020365 w 1698199"/>
                <a:gd name="connsiteY39" fmla="*/ 590291 h 2712997"/>
                <a:gd name="connsiteX40" fmla="*/ 686674 w 1698199"/>
                <a:gd name="connsiteY40" fmla="*/ 256600 h 271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698199" h="2712997">
                  <a:moveTo>
                    <a:pt x="631712" y="1109"/>
                  </a:moveTo>
                  <a:cubicBezTo>
                    <a:pt x="663771" y="-945"/>
                    <a:pt x="697140" y="-114"/>
                    <a:pt x="732127" y="3330"/>
                  </a:cubicBezTo>
                  <a:cubicBezTo>
                    <a:pt x="910190" y="20859"/>
                    <a:pt x="1175243" y="133472"/>
                    <a:pt x="1252327" y="431177"/>
                  </a:cubicBezTo>
                  <a:lnTo>
                    <a:pt x="1272837" y="568910"/>
                  </a:lnTo>
                  <a:lnTo>
                    <a:pt x="1273051" y="568910"/>
                  </a:lnTo>
                  <a:lnTo>
                    <a:pt x="1273051" y="570353"/>
                  </a:lnTo>
                  <a:cubicBezTo>
                    <a:pt x="1273051" y="570355"/>
                    <a:pt x="1273052" y="570357"/>
                    <a:pt x="1273052" y="570359"/>
                  </a:cubicBezTo>
                  <a:cubicBezTo>
                    <a:pt x="1273052" y="570364"/>
                    <a:pt x="1273051" y="570368"/>
                    <a:pt x="1273051" y="570373"/>
                  </a:cubicBezTo>
                  <a:lnTo>
                    <a:pt x="1273051" y="2235639"/>
                  </a:lnTo>
                  <a:lnTo>
                    <a:pt x="1275397" y="2235639"/>
                  </a:lnTo>
                  <a:cubicBezTo>
                    <a:pt x="1419059" y="2280193"/>
                    <a:pt x="1538171" y="2311107"/>
                    <a:pt x="1698199" y="2500232"/>
                  </a:cubicBezTo>
                  <a:cubicBezTo>
                    <a:pt x="1399965" y="2467498"/>
                    <a:pt x="1213567" y="2535693"/>
                    <a:pt x="1098092" y="2712997"/>
                  </a:cubicBezTo>
                  <a:cubicBezTo>
                    <a:pt x="973524" y="2524781"/>
                    <a:pt x="728935" y="2459315"/>
                    <a:pt x="511624" y="2500232"/>
                  </a:cubicBezTo>
                  <a:cubicBezTo>
                    <a:pt x="599935" y="2351456"/>
                    <a:pt x="778049" y="2282040"/>
                    <a:pt x="892466" y="2248127"/>
                  </a:cubicBezTo>
                  <a:lnTo>
                    <a:pt x="934139" y="2236482"/>
                  </a:lnTo>
                  <a:cubicBezTo>
                    <a:pt x="933325" y="2102028"/>
                    <a:pt x="932510" y="1967573"/>
                    <a:pt x="931696" y="1833119"/>
                  </a:cubicBezTo>
                  <a:cubicBezTo>
                    <a:pt x="931696" y="1814264"/>
                    <a:pt x="916410" y="1798978"/>
                    <a:pt x="897555" y="1798978"/>
                  </a:cubicBezTo>
                  <a:cubicBezTo>
                    <a:pt x="878699" y="1798978"/>
                    <a:pt x="863413" y="1814264"/>
                    <a:pt x="863413" y="1833119"/>
                  </a:cubicBezTo>
                  <a:lnTo>
                    <a:pt x="863413" y="2189836"/>
                  </a:lnTo>
                  <a:cubicBezTo>
                    <a:pt x="744889" y="2225746"/>
                    <a:pt x="629333" y="2264624"/>
                    <a:pt x="534538" y="2368755"/>
                  </a:cubicBezTo>
                  <a:cubicBezTo>
                    <a:pt x="384749" y="2392076"/>
                    <a:pt x="234961" y="2403533"/>
                    <a:pt x="76274" y="2403125"/>
                  </a:cubicBezTo>
                  <a:lnTo>
                    <a:pt x="76274" y="2236482"/>
                  </a:lnTo>
                  <a:lnTo>
                    <a:pt x="75182" y="2236482"/>
                  </a:lnTo>
                  <a:lnTo>
                    <a:pt x="75182" y="1776964"/>
                  </a:lnTo>
                  <a:lnTo>
                    <a:pt x="191585" y="1766394"/>
                  </a:lnTo>
                  <a:cubicBezTo>
                    <a:pt x="460770" y="1721309"/>
                    <a:pt x="585530" y="1553272"/>
                    <a:pt x="707915" y="1426447"/>
                  </a:cubicBezTo>
                  <a:cubicBezTo>
                    <a:pt x="851527" y="1277625"/>
                    <a:pt x="1030131" y="1124842"/>
                    <a:pt x="1085800" y="1127663"/>
                  </a:cubicBezTo>
                  <a:cubicBezTo>
                    <a:pt x="1133578" y="1130084"/>
                    <a:pt x="1134557" y="1107010"/>
                    <a:pt x="1133041" y="1096898"/>
                  </a:cubicBezTo>
                  <a:cubicBezTo>
                    <a:pt x="1131525" y="1086786"/>
                    <a:pt x="1116913" y="1062673"/>
                    <a:pt x="1076703" y="1066992"/>
                  </a:cubicBezTo>
                  <a:cubicBezTo>
                    <a:pt x="1024542" y="1068538"/>
                    <a:pt x="973794" y="1098462"/>
                    <a:pt x="760539" y="1272862"/>
                  </a:cubicBezTo>
                  <a:cubicBezTo>
                    <a:pt x="629809" y="1379774"/>
                    <a:pt x="422708" y="1526949"/>
                    <a:pt x="172435" y="1550375"/>
                  </a:cubicBezTo>
                  <a:lnTo>
                    <a:pt x="75182" y="1552133"/>
                  </a:lnTo>
                  <a:lnTo>
                    <a:pt x="75182" y="909632"/>
                  </a:lnTo>
                  <a:lnTo>
                    <a:pt x="57634" y="891261"/>
                  </a:lnTo>
                  <a:cubicBezTo>
                    <a:pt x="-7448" y="808892"/>
                    <a:pt x="-25576" y="701090"/>
                    <a:pt x="46180" y="561659"/>
                  </a:cubicBezTo>
                  <a:cubicBezTo>
                    <a:pt x="247095" y="171252"/>
                    <a:pt x="407297" y="15490"/>
                    <a:pt x="631712" y="1109"/>
                  </a:cubicBezTo>
                  <a:close/>
                  <a:moveTo>
                    <a:pt x="686674" y="256600"/>
                  </a:moveTo>
                  <a:cubicBezTo>
                    <a:pt x="502382" y="256600"/>
                    <a:pt x="352983" y="405999"/>
                    <a:pt x="352983" y="590291"/>
                  </a:cubicBezTo>
                  <a:cubicBezTo>
                    <a:pt x="352983" y="774583"/>
                    <a:pt x="502382" y="923982"/>
                    <a:pt x="686674" y="923982"/>
                  </a:cubicBezTo>
                  <a:cubicBezTo>
                    <a:pt x="870966" y="923982"/>
                    <a:pt x="1020365" y="774583"/>
                    <a:pt x="1020365" y="590291"/>
                  </a:cubicBezTo>
                  <a:cubicBezTo>
                    <a:pt x="1020365" y="405999"/>
                    <a:pt x="870966" y="256600"/>
                    <a:pt x="686674" y="25660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3" name="Freeform 12"/>
            <p:cNvSpPr/>
            <p:nvPr userDrawn="1"/>
          </p:nvSpPr>
          <p:spPr>
            <a:xfrm>
              <a:off x="7463928" y="4285706"/>
              <a:ext cx="440674" cy="250490"/>
            </a:xfrm>
            <a:custGeom>
              <a:avLst/>
              <a:gdLst>
                <a:gd name="connsiteX0" fmla="*/ 0 w 440674"/>
                <a:gd name="connsiteY0" fmla="*/ 38559 h 267159"/>
                <a:gd name="connsiteX1" fmla="*/ 41313 w 440674"/>
                <a:gd name="connsiteY1" fmla="*/ 0 h 267159"/>
                <a:gd name="connsiteX2" fmla="*/ 440674 w 440674"/>
                <a:gd name="connsiteY2" fmla="*/ 267159 h 267159"/>
                <a:gd name="connsiteX3" fmla="*/ 302964 w 440674"/>
                <a:gd name="connsiteY3" fmla="*/ 258897 h 267159"/>
                <a:gd name="connsiteX4" fmla="*/ 0 w 440674"/>
                <a:gd name="connsiteY4" fmla="*/ 38559 h 267159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674" h="250490">
                  <a:moveTo>
                    <a:pt x="0" y="21890"/>
                  </a:moveTo>
                  <a:lnTo>
                    <a:pt x="19882" y="0"/>
                  </a:lnTo>
                  <a:cubicBezTo>
                    <a:pt x="210152" y="45397"/>
                    <a:pt x="371848" y="159849"/>
                    <a:pt x="440674" y="250490"/>
                  </a:cubicBezTo>
                  <a:lnTo>
                    <a:pt x="302964" y="242228"/>
                  </a:lnTo>
                  <a:cubicBezTo>
                    <a:pt x="266269" y="164020"/>
                    <a:pt x="108131" y="69142"/>
                    <a:pt x="0" y="2189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9599" y="2555363"/>
            <a:ext cx="5472363" cy="174727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29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681686" y="2737502"/>
            <a:ext cx="11510314" cy="13829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129577" y="2499705"/>
            <a:ext cx="1215428" cy="1858590"/>
            <a:chOff x="-240833" y="1809750"/>
            <a:chExt cx="2466638" cy="3771900"/>
          </a:xfrm>
          <a:solidFill>
            <a:schemeClr val="accent1"/>
          </a:solidFill>
        </p:grpSpPr>
        <p:sp>
          <p:nvSpPr>
            <p:cNvPr id="10" name="Freeform 9"/>
            <p:cNvSpPr/>
            <p:nvPr userDrawn="1"/>
          </p:nvSpPr>
          <p:spPr>
            <a:xfrm>
              <a:off x="1628415" y="3315308"/>
              <a:ext cx="597390" cy="1545781"/>
            </a:xfrm>
            <a:custGeom>
              <a:avLst/>
              <a:gdLst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0 w 320040"/>
                <a:gd name="connsiteY3" fmla="*/ 1072342 h 1072342"/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9995 w 320040"/>
                <a:gd name="connsiteY3" fmla="*/ 1011233 h 1072342"/>
                <a:gd name="connsiteX4" fmla="*/ 0 w 320040"/>
                <a:gd name="connsiteY4" fmla="*/ 1072342 h 107234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8205"/>
                <a:gd name="connsiteY0" fmla="*/ 1056013 h 1068383"/>
                <a:gd name="connsiteX1" fmla="*/ 0 w 328205"/>
                <a:gd name="connsiteY1" fmla="*/ 37704 h 1068383"/>
                <a:gd name="connsiteX2" fmla="*/ 328205 w 328205"/>
                <a:gd name="connsiteY2" fmla="*/ 0 h 1068383"/>
                <a:gd name="connsiteX3" fmla="*/ 26324 w 328205"/>
                <a:gd name="connsiteY3" fmla="*/ 1068383 h 1068383"/>
                <a:gd name="connsiteX4" fmla="*/ 0 w 328205"/>
                <a:gd name="connsiteY4" fmla="*/ 1056013 h 1068383"/>
                <a:gd name="connsiteX0" fmla="*/ 0 w 429008"/>
                <a:gd name="connsiteY0" fmla="*/ 1056013 h 1068383"/>
                <a:gd name="connsiteX1" fmla="*/ 0 w 429008"/>
                <a:gd name="connsiteY1" fmla="*/ 37704 h 1068383"/>
                <a:gd name="connsiteX2" fmla="*/ 328205 w 429008"/>
                <a:gd name="connsiteY2" fmla="*/ 0 h 1068383"/>
                <a:gd name="connsiteX3" fmla="*/ 26324 w 429008"/>
                <a:gd name="connsiteY3" fmla="*/ 1068383 h 1068383"/>
                <a:gd name="connsiteX4" fmla="*/ 0 w 429008"/>
                <a:gd name="connsiteY4" fmla="*/ 1056013 h 1068383"/>
                <a:gd name="connsiteX0" fmla="*/ 0 w 441502"/>
                <a:gd name="connsiteY0" fmla="*/ 1056013 h 1068383"/>
                <a:gd name="connsiteX1" fmla="*/ 0 w 441502"/>
                <a:gd name="connsiteY1" fmla="*/ 37704 h 1068383"/>
                <a:gd name="connsiteX2" fmla="*/ 328205 w 441502"/>
                <a:gd name="connsiteY2" fmla="*/ 0 h 1068383"/>
                <a:gd name="connsiteX3" fmla="*/ 26324 w 441502"/>
                <a:gd name="connsiteY3" fmla="*/ 1068383 h 1068383"/>
                <a:gd name="connsiteX4" fmla="*/ 0 w 441502"/>
                <a:gd name="connsiteY4" fmla="*/ 1056013 h 1068383"/>
                <a:gd name="connsiteX0" fmla="*/ 0 w 435496"/>
                <a:gd name="connsiteY0" fmla="*/ 1056013 h 1068383"/>
                <a:gd name="connsiteX1" fmla="*/ 0 w 435496"/>
                <a:gd name="connsiteY1" fmla="*/ 37704 h 1068383"/>
                <a:gd name="connsiteX2" fmla="*/ 328205 w 435496"/>
                <a:gd name="connsiteY2" fmla="*/ 0 h 1068383"/>
                <a:gd name="connsiteX3" fmla="*/ 26324 w 435496"/>
                <a:gd name="connsiteY3" fmla="*/ 1068383 h 1068383"/>
                <a:gd name="connsiteX4" fmla="*/ 0 w 435496"/>
                <a:gd name="connsiteY4" fmla="*/ 1056013 h 1068383"/>
                <a:gd name="connsiteX0" fmla="*/ 0 w 435496"/>
                <a:gd name="connsiteY0" fmla="*/ 1076441 h 1088811"/>
                <a:gd name="connsiteX1" fmla="*/ 0 w 435496"/>
                <a:gd name="connsiteY1" fmla="*/ 58132 h 1088811"/>
                <a:gd name="connsiteX2" fmla="*/ 328205 w 435496"/>
                <a:gd name="connsiteY2" fmla="*/ 20428 h 1088811"/>
                <a:gd name="connsiteX3" fmla="*/ 26324 w 435496"/>
                <a:gd name="connsiteY3" fmla="*/ 1088811 h 1088811"/>
                <a:gd name="connsiteX4" fmla="*/ 0 w 435496"/>
                <a:gd name="connsiteY4" fmla="*/ 1076441 h 1088811"/>
                <a:gd name="connsiteX0" fmla="*/ 0 w 435496"/>
                <a:gd name="connsiteY0" fmla="*/ 1087320 h 1099690"/>
                <a:gd name="connsiteX1" fmla="*/ 0 w 435496"/>
                <a:gd name="connsiteY1" fmla="*/ 69011 h 1099690"/>
                <a:gd name="connsiteX2" fmla="*/ 328205 w 435496"/>
                <a:gd name="connsiteY2" fmla="*/ 31307 h 1099690"/>
                <a:gd name="connsiteX3" fmla="*/ 26324 w 435496"/>
                <a:gd name="connsiteY3" fmla="*/ 1099690 h 1099690"/>
                <a:gd name="connsiteX4" fmla="*/ 0 w 435496"/>
                <a:gd name="connsiteY4" fmla="*/ 1087320 h 1099690"/>
                <a:gd name="connsiteX0" fmla="*/ 0 w 435496"/>
                <a:gd name="connsiteY0" fmla="*/ 1145402 h 1157772"/>
                <a:gd name="connsiteX1" fmla="*/ 0 w 435496"/>
                <a:gd name="connsiteY1" fmla="*/ 127093 h 1157772"/>
                <a:gd name="connsiteX2" fmla="*/ 328205 w 435496"/>
                <a:gd name="connsiteY2" fmla="*/ 89389 h 1157772"/>
                <a:gd name="connsiteX3" fmla="*/ 26324 w 435496"/>
                <a:gd name="connsiteY3" fmla="*/ 1157772 h 1157772"/>
                <a:gd name="connsiteX4" fmla="*/ 0 w 435496"/>
                <a:gd name="connsiteY4" fmla="*/ 1145402 h 1157772"/>
                <a:gd name="connsiteX0" fmla="*/ 0 w 437090"/>
                <a:gd name="connsiteY0" fmla="*/ 1122002 h 1134372"/>
                <a:gd name="connsiteX1" fmla="*/ 0 w 437090"/>
                <a:gd name="connsiteY1" fmla="*/ 103693 h 1134372"/>
                <a:gd name="connsiteX2" fmla="*/ 328205 w 437090"/>
                <a:gd name="connsiteY2" fmla="*/ 65989 h 1134372"/>
                <a:gd name="connsiteX3" fmla="*/ 26324 w 437090"/>
                <a:gd name="connsiteY3" fmla="*/ 1134372 h 1134372"/>
                <a:gd name="connsiteX4" fmla="*/ 0 w 437090"/>
                <a:gd name="connsiteY4" fmla="*/ 1122002 h 1134372"/>
                <a:gd name="connsiteX0" fmla="*/ 0 w 437090"/>
                <a:gd name="connsiteY0" fmla="*/ 1096456 h 1108826"/>
                <a:gd name="connsiteX1" fmla="*/ 0 w 437090"/>
                <a:gd name="connsiteY1" fmla="*/ 78147 h 1108826"/>
                <a:gd name="connsiteX2" fmla="*/ 328205 w 437090"/>
                <a:gd name="connsiteY2" fmla="*/ 40443 h 1108826"/>
                <a:gd name="connsiteX3" fmla="*/ 26324 w 437090"/>
                <a:gd name="connsiteY3" fmla="*/ 1108826 h 1108826"/>
                <a:gd name="connsiteX4" fmla="*/ 0 w 437090"/>
                <a:gd name="connsiteY4" fmla="*/ 1096456 h 1108826"/>
                <a:gd name="connsiteX0" fmla="*/ 0 w 428685"/>
                <a:gd name="connsiteY0" fmla="*/ 1096877 h 1109247"/>
                <a:gd name="connsiteX1" fmla="*/ 0 w 428685"/>
                <a:gd name="connsiteY1" fmla="*/ 78568 h 1109247"/>
                <a:gd name="connsiteX2" fmla="*/ 328205 w 428685"/>
                <a:gd name="connsiteY2" fmla="*/ 40864 h 1109247"/>
                <a:gd name="connsiteX3" fmla="*/ 26324 w 428685"/>
                <a:gd name="connsiteY3" fmla="*/ 1109247 h 1109247"/>
                <a:gd name="connsiteX4" fmla="*/ 0 w 428685"/>
                <a:gd name="connsiteY4" fmla="*/ 1096877 h 1109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85" h="1109247">
                  <a:moveTo>
                    <a:pt x="0" y="1096877"/>
                  </a:moveTo>
                  <a:lnTo>
                    <a:pt x="0" y="78568"/>
                  </a:lnTo>
                  <a:cubicBezTo>
                    <a:pt x="149951" y="-32119"/>
                    <a:pt x="272735" y="-7425"/>
                    <a:pt x="328205" y="40864"/>
                  </a:cubicBezTo>
                  <a:cubicBezTo>
                    <a:pt x="560483" y="243071"/>
                    <a:pt x="360994" y="837484"/>
                    <a:pt x="26324" y="1109247"/>
                  </a:cubicBezTo>
                  <a:lnTo>
                    <a:pt x="0" y="1096877"/>
                  </a:lnTo>
                  <a:close/>
                </a:path>
              </a:pathLst>
            </a:custGeom>
            <a:grp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1" name="Freeform 10"/>
            <p:cNvSpPr/>
            <p:nvPr userDrawn="1"/>
          </p:nvSpPr>
          <p:spPr>
            <a:xfrm>
              <a:off x="424651" y="2341231"/>
              <a:ext cx="578410" cy="578410"/>
            </a:xfrm>
            <a:custGeom>
              <a:avLst/>
              <a:gdLst>
                <a:gd name="connsiteX0" fmla="*/ 208015 w 416030"/>
                <a:gd name="connsiteY0" fmla="*/ 121342 h 416030"/>
                <a:gd name="connsiteX1" fmla="*/ 121342 w 416030"/>
                <a:gd name="connsiteY1" fmla="*/ 208015 h 416030"/>
                <a:gd name="connsiteX2" fmla="*/ 208015 w 416030"/>
                <a:gd name="connsiteY2" fmla="*/ 294688 h 416030"/>
                <a:gd name="connsiteX3" fmla="*/ 294688 w 416030"/>
                <a:gd name="connsiteY3" fmla="*/ 208015 h 416030"/>
                <a:gd name="connsiteX4" fmla="*/ 208015 w 416030"/>
                <a:gd name="connsiteY4" fmla="*/ 121342 h 416030"/>
                <a:gd name="connsiteX5" fmla="*/ 208015 w 416030"/>
                <a:gd name="connsiteY5" fmla="*/ 0 h 416030"/>
                <a:gd name="connsiteX6" fmla="*/ 416030 w 416030"/>
                <a:gd name="connsiteY6" fmla="*/ 208015 h 416030"/>
                <a:gd name="connsiteX7" fmla="*/ 208015 w 416030"/>
                <a:gd name="connsiteY7" fmla="*/ 416030 h 416030"/>
                <a:gd name="connsiteX8" fmla="*/ 0 w 416030"/>
                <a:gd name="connsiteY8" fmla="*/ 208015 h 416030"/>
                <a:gd name="connsiteX9" fmla="*/ 208015 w 416030"/>
                <a:gd name="connsiteY9" fmla="*/ 0 h 41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030" h="416030">
                  <a:moveTo>
                    <a:pt x="208015" y="121342"/>
                  </a:moveTo>
                  <a:cubicBezTo>
                    <a:pt x="160147" y="121342"/>
                    <a:pt x="121342" y="160147"/>
                    <a:pt x="121342" y="208015"/>
                  </a:cubicBezTo>
                  <a:cubicBezTo>
                    <a:pt x="121342" y="255883"/>
                    <a:pt x="160147" y="294688"/>
                    <a:pt x="208015" y="294688"/>
                  </a:cubicBezTo>
                  <a:cubicBezTo>
                    <a:pt x="255883" y="294688"/>
                    <a:pt x="294688" y="255883"/>
                    <a:pt x="294688" y="208015"/>
                  </a:cubicBezTo>
                  <a:cubicBezTo>
                    <a:pt x="294688" y="160147"/>
                    <a:pt x="255883" y="121342"/>
                    <a:pt x="208015" y="121342"/>
                  </a:cubicBezTo>
                  <a:close/>
                  <a:moveTo>
                    <a:pt x="208015" y="0"/>
                  </a:moveTo>
                  <a:cubicBezTo>
                    <a:pt x="322899" y="0"/>
                    <a:pt x="416030" y="93131"/>
                    <a:pt x="416030" y="208015"/>
                  </a:cubicBezTo>
                  <a:cubicBezTo>
                    <a:pt x="416030" y="322899"/>
                    <a:pt x="322899" y="416030"/>
                    <a:pt x="208015" y="416030"/>
                  </a:cubicBezTo>
                  <a:cubicBezTo>
                    <a:pt x="93131" y="416030"/>
                    <a:pt x="0" y="322899"/>
                    <a:pt x="0" y="208015"/>
                  </a:cubicBezTo>
                  <a:cubicBezTo>
                    <a:pt x="0" y="93131"/>
                    <a:pt x="93131" y="0"/>
                    <a:pt x="208015" y="0"/>
                  </a:cubicBezTo>
                  <a:close/>
                </a:path>
              </a:pathLst>
            </a:custGeom>
            <a:grpFill/>
            <a:ln w="1143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2" name="Freeform 11"/>
            <p:cNvSpPr/>
            <p:nvPr userDrawn="1"/>
          </p:nvSpPr>
          <p:spPr>
            <a:xfrm>
              <a:off x="-240833" y="1809750"/>
              <a:ext cx="2361021" cy="3771900"/>
            </a:xfrm>
            <a:custGeom>
              <a:avLst/>
              <a:gdLst>
                <a:gd name="connsiteX0" fmla="*/ 631712 w 1698199"/>
                <a:gd name="connsiteY0" fmla="*/ 1109 h 2712997"/>
                <a:gd name="connsiteX1" fmla="*/ 732127 w 1698199"/>
                <a:gd name="connsiteY1" fmla="*/ 3330 h 2712997"/>
                <a:gd name="connsiteX2" fmla="*/ 1252327 w 1698199"/>
                <a:gd name="connsiteY2" fmla="*/ 431177 h 2712997"/>
                <a:gd name="connsiteX3" fmla="*/ 1272837 w 1698199"/>
                <a:gd name="connsiteY3" fmla="*/ 568910 h 2712997"/>
                <a:gd name="connsiteX4" fmla="*/ 1273051 w 1698199"/>
                <a:gd name="connsiteY4" fmla="*/ 568910 h 2712997"/>
                <a:gd name="connsiteX5" fmla="*/ 1273051 w 1698199"/>
                <a:gd name="connsiteY5" fmla="*/ 570353 h 2712997"/>
                <a:gd name="connsiteX6" fmla="*/ 1273052 w 1698199"/>
                <a:gd name="connsiteY6" fmla="*/ 570359 h 2712997"/>
                <a:gd name="connsiteX7" fmla="*/ 1273051 w 1698199"/>
                <a:gd name="connsiteY7" fmla="*/ 570373 h 2712997"/>
                <a:gd name="connsiteX8" fmla="*/ 1273051 w 1698199"/>
                <a:gd name="connsiteY8" fmla="*/ 2235639 h 2712997"/>
                <a:gd name="connsiteX9" fmla="*/ 1275397 w 1698199"/>
                <a:gd name="connsiteY9" fmla="*/ 2235639 h 2712997"/>
                <a:gd name="connsiteX10" fmla="*/ 1698199 w 1698199"/>
                <a:gd name="connsiteY10" fmla="*/ 2500232 h 2712997"/>
                <a:gd name="connsiteX11" fmla="*/ 1098092 w 1698199"/>
                <a:gd name="connsiteY11" fmla="*/ 2712997 h 2712997"/>
                <a:gd name="connsiteX12" fmla="*/ 511624 w 1698199"/>
                <a:gd name="connsiteY12" fmla="*/ 2500232 h 2712997"/>
                <a:gd name="connsiteX13" fmla="*/ 892466 w 1698199"/>
                <a:gd name="connsiteY13" fmla="*/ 2248127 h 2712997"/>
                <a:gd name="connsiteX14" fmla="*/ 934139 w 1698199"/>
                <a:gd name="connsiteY14" fmla="*/ 2236482 h 2712997"/>
                <a:gd name="connsiteX15" fmla="*/ 931696 w 1698199"/>
                <a:gd name="connsiteY15" fmla="*/ 1833119 h 2712997"/>
                <a:gd name="connsiteX16" fmla="*/ 897555 w 1698199"/>
                <a:gd name="connsiteY16" fmla="*/ 1798978 h 2712997"/>
                <a:gd name="connsiteX17" fmla="*/ 863413 w 1698199"/>
                <a:gd name="connsiteY17" fmla="*/ 1833119 h 2712997"/>
                <a:gd name="connsiteX18" fmla="*/ 863413 w 1698199"/>
                <a:gd name="connsiteY18" fmla="*/ 2189836 h 2712997"/>
                <a:gd name="connsiteX19" fmla="*/ 534538 w 1698199"/>
                <a:gd name="connsiteY19" fmla="*/ 2368755 h 2712997"/>
                <a:gd name="connsiteX20" fmla="*/ 76274 w 1698199"/>
                <a:gd name="connsiteY20" fmla="*/ 2403125 h 2712997"/>
                <a:gd name="connsiteX21" fmla="*/ 76274 w 1698199"/>
                <a:gd name="connsiteY21" fmla="*/ 2236482 h 2712997"/>
                <a:gd name="connsiteX22" fmla="*/ 75182 w 1698199"/>
                <a:gd name="connsiteY22" fmla="*/ 2236482 h 2712997"/>
                <a:gd name="connsiteX23" fmla="*/ 75182 w 1698199"/>
                <a:gd name="connsiteY23" fmla="*/ 1776964 h 2712997"/>
                <a:gd name="connsiteX24" fmla="*/ 191585 w 1698199"/>
                <a:gd name="connsiteY24" fmla="*/ 1766394 h 2712997"/>
                <a:gd name="connsiteX25" fmla="*/ 707915 w 1698199"/>
                <a:gd name="connsiteY25" fmla="*/ 1426447 h 2712997"/>
                <a:gd name="connsiteX26" fmla="*/ 1085800 w 1698199"/>
                <a:gd name="connsiteY26" fmla="*/ 1127663 h 2712997"/>
                <a:gd name="connsiteX27" fmla="*/ 1133041 w 1698199"/>
                <a:gd name="connsiteY27" fmla="*/ 1096898 h 2712997"/>
                <a:gd name="connsiteX28" fmla="*/ 1076703 w 1698199"/>
                <a:gd name="connsiteY28" fmla="*/ 1066992 h 2712997"/>
                <a:gd name="connsiteX29" fmla="*/ 760539 w 1698199"/>
                <a:gd name="connsiteY29" fmla="*/ 1272862 h 2712997"/>
                <a:gd name="connsiteX30" fmla="*/ 172435 w 1698199"/>
                <a:gd name="connsiteY30" fmla="*/ 1550375 h 2712997"/>
                <a:gd name="connsiteX31" fmla="*/ 75182 w 1698199"/>
                <a:gd name="connsiteY31" fmla="*/ 1552133 h 2712997"/>
                <a:gd name="connsiteX32" fmla="*/ 75182 w 1698199"/>
                <a:gd name="connsiteY32" fmla="*/ 909632 h 2712997"/>
                <a:gd name="connsiteX33" fmla="*/ 57634 w 1698199"/>
                <a:gd name="connsiteY33" fmla="*/ 891261 h 2712997"/>
                <a:gd name="connsiteX34" fmla="*/ 46180 w 1698199"/>
                <a:gd name="connsiteY34" fmla="*/ 561659 h 2712997"/>
                <a:gd name="connsiteX35" fmla="*/ 631712 w 1698199"/>
                <a:gd name="connsiteY35" fmla="*/ 1109 h 2712997"/>
                <a:gd name="connsiteX36" fmla="*/ 686674 w 1698199"/>
                <a:gd name="connsiteY36" fmla="*/ 256600 h 2712997"/>
                <a:gd name="connsiteX37" fmla="*/ 352983 w 1698199"/>
                <a:gd name="connsiteY37" fmla="*/ 590291 h 2712997"/>
                <a:gd name="connsiteX38" fmla="*/ 686674 w 1698199"/>
                <a:gd name="connsiteY38" fmla="*/ 923982 h 2712997"/>
                <a:gd name="connsiteX39" fmla="*/ 1020365 w 1698199"/>
                <a:gd name="connsiteY39" fmla="*/ 590291 h 2712997"/>
                <a:gd name="connsiteX40" fmla="*/ 686674 w 1698199"/>
                <a:gd name="connsiteY40" fmla="*/ 256600 h 271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698199" h="2712997">
                  <a:moveTo>
                    <a:pt x="631712" y="1109"/>
                  </a:moveTo>
                  <a:cubicBezTo>
                    <a:pt x="663771" y="-945"/>
                    <a:pt x="697140" y="-114"/>
                    <a:pt x="732127" y="3330"/>
                  </a:cubicBezTo>
                  <a:cubicBezTo>
                    <a:pt x="910190" y="20859"/>
                    <a:pt x="1175243" y="133472"/>
                    <a:pt x="1252327" y="431177"/>
                  </a:cubicBezTo>
                  <a:lnTo>
                    <a:pt x="1272837" y="568910"/>
                  </a:lnTo>
                  <a:lnTo>
                    <a:pt x="1273051" y="568910"/>
                  </a:lnTo>
                  <a:lnTo>
                    <a:pt x="1273051" y="570353"/>
                  </a:lnTo>
                  <a:cubicBezTo>
                    <a:pt x="1273051" y="570355"/>
                    <a:pt x="1273052" y="570357"/>
                    <a:pt x="1273052" y="570359"/>
                  </a:cubicBezTo>
                  <a:cubicBezTo>
                    <a:pt x="1273052" y="570364"/>
                    <a:pt x="1273051" y="570368"/>
                    <a:pt x="1273051" y="570373"/>
                  </a:cubicBezTo>
                  <a:lnTo>
                    <a:pt x="1273051" y="2235639"/>
                  </a:lnTo>
                  <a:lnTo>
                    <a:pt x="1275397" y="2235639"/>
                  </a:lnTo>
                  <a:cubicBezTo>
                    <a:pt x="1419059" y="2280193"/>
                    <a:pt x="1538171" y="2311107"/>
                    <a:pt x="1698199" y="2500232"/>
                  </a:cubicBezTo>
                  <a:cubicBezTo>
                    <a:pt x="1399965" y="2467498"/>
                    <a:pt x="1213567" y="2535693"/>
                    <a:pt x="1098092" y="2712997"/>
                  </a:cubicBezTo>
                  <a:cubicBezTo>
                    <a:pt x="973524" y="2524781"/>
                    <a:pt x="728935" y="2459315"/>
                    <a:pt x="511624" y="2500232"/>
                  </a:cubicBezTo>
                  <a:cubicBezTo>
                    <a:pt x="599935" y="2351456"/>
                    <a:pt x="778049" y="2282040"/>
                    <a:pt x="892466" y="2248127"/>
                  </a:cubicBezTo>
                  <a:lnTo>
                    <a:pt x="934139" y="2236482"/>
                  </a:lnTo>
                  <a:cubicBezTo>
                    <a:pt x="933325" y="2102028"/>
                    <a:pt x="932510" y="1967573"/>
                    <a:pt x="931696" y="1833119"/>
                  </a:cubicBezTo>
                  <a:cubicBezTo>
                    <a:pt x="931696" y="1814264"/>
                    <a:pt x="916410" y="1798978"/>
                    <a:pt x="897555" y="1798978"/>
                  </a:cubicBezTo>
                  <a:cubicBezTo>
                    <a:pt x="878699" y="1798978"/>
                    <a:pt x="863413" y="1814264"/>
                    <a:pt x="863413" y="1833119"/>
                  </a:cubicBezTo>
                  <a:lnTo>
                    <a:pt x="863413" y="2189836"/>
                  </a:lnTo>
                  <a:cubicBezTo>
                    <a:pt x="744889" y="2225746"/>
                    <a:pt x="629333" y="2264624"/>
                    <a:pt x="534538" y="2368755"/>
                  </a:cubicBezTo>
                  <a:cubicBezTo>
                    <a:pt x="384749" y="2392076"/>
                    <a:pt x="234961" y="2403533"/>
                    <a:pt x="76274" y="2403125"/>
                  </a:cubicBezTo>
                  <a:lnTo>
                    <a:pt x="76274" y="2236482"/>
                  </a:lnTo>
                  <a:lnTo>
                    <a:pt x="75182" y="2236482"/>
                  </a:lnTo>
                  <a:lnTo>
                    <a:pt x="75182" y="1776964"/>
                  </a:lnTo>
                  <a:lnTo>
                    <a:pt x="191585" y="1766394"/>
                  </a:lnTo>
                  <a:cubicBezTo>
                    <a:pt x="460770" y="1721309"/>
                    <a:pt x="585530" y="1553272"/>
                    <a:pt x="707915" y="1426447"/>
                  </a:cubicBezTo>
                  <a:cubicBezTo>
                    <a:pt x="851527" y="1277625"/>
                    <a:pt x="1030131" y="1124842"/>
                    <a:pt x="1085800" y="1127663"/>
                  </a:cubicBezTo>
                  <a:cubicBezTo>
                    <a:pt x="1133578" y="1130084"/>
                    <a:pt x="1134557" y="1107010"/>
                    <a:pt x="1133041" y="1096898"/>
                  </a:cubicBezTo>
                  <a:cubicBezTo>
                    <a:pt x="1131525" y="1086786"/>
                    <a:pt x="1116913" y="1062673"/>
                    <a:pt x="1076703" y="1066992"/>
                  </a:cubicBezTo>
                  <a:cubicBezTo>
                    <a:pt x="1024542" y="1068538"/>
                    <a:pt x="973794" y="1098462"/>
                    <a:pt x="760539" y="1272862"/>
                  </a:cubicBezTo>
                  <a:cubicBezTo>
                    <a:pt x="629809" y="1379774"/>
                    <a:pt x="422708" y="1526949"/>
                    <a:pt x="172435" y="1550375"/>
                  </a:cubicBezTo>
                  <a:lnTo>
                    <a:pt x="75182" y="1552133"/>
                  </a:lnTo>
                  <a:lnTo>
                    <a:pt x="75182" y="909632"/>
                  </a:lnTo>
                  <a:lnTo>
                    <a:pt x="57634" y="891261"/>
                  </a:lnTo>
                  <a:cubicBezTo>
                    <a:pt x="-7448" y="808892"/>
                    <a:pt x="-25576" y="701090"/>
                    <a:pt x="46180" y="561659"/>
                  </a:cubicBezTo>
                  <a:cubicBezTo>
                    <a:pt x="247095" y="171252"/>
                    <a:pt x="407297" y="15490"/>
                    <a:pt x="631712" y="1109"/>
                  </a:cubicBezTo>
                  <a:close/>
                  <a:moveTo>
                    <a:pt x="686674" y="256600"/>
                  </a:moveTo>
                  <a:cubicBezTo>
                    <a:pt x="502382" y="256600"/>
                    <a:pt x="352983" y="405999"/>
                    <a:pt x="352983" y="590291"/>
                  </a:cubicBezTo>
                  <a:cubicBezTo>
                    <a:pt x="352983" y="774583"/>
                    <a:pt x="502382" y="923982"/>
                    <a:pt x="686674" y="923982"/>
                  </a:cubicBezTo>
                  <a:cubicBezTo>
                    <a:pt x="870966" y="923982"/>
                    <a:pt x="1020365" y="774583"/>
                    <a:pt x="1020365" y="590291"/>
                  </a:cubicBezTo>
                  <a:cubicBezTo>
                    <a:pt x="1020365" y="405999"/>
                    <a:pt x="870966" y="256600"/>
                    <a:pt x="686674" y="256600"/>
                  </a:cubicBezTo>
                  <a:close/>
                </a:path>
              </a:pathLst>
            </a:custGeom>
            <a:grp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1657911" y="2737501"/>
            <a:ext cx="8106135" cy="1382997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6217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4703119" y="1750630"/>
            <a:ext cx="2785763" cy="1091936"/>
            <a:chOff x="5522496" y="3044280"/>
            <a:chExt cx="2785763" cy="1091936"/>
          </a:xfrm>
        </p:grpSpPr>
        <p:sp>
          <p:nvSpPr>
            <p:cNvPr id="3" name="TextBox 2"/>
            <p:cNvSpPr txBox="1"/>
            <p:nvPr userDrawn="1"/>
          </p:nvSpPr>
          <p:spPr>
            <a:xfrm>
              <a:off x="5522496" y="3044280"/>
              <a:ext cx="278576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b="1" dirty="0">
                  <a:solidFill>
                    <a:schemeClr val="accent1"/>
                  </a:solidFill>
                </a:rPr>
                <a:t>Thank You!</a:t>
              </a:r>
              <a:endParaRPr lang="en-GB" sz="440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Title 3">
              <a:hlinkClick r:id="rId2"/>
            </p:cNvPr>
            <p:cNvSpPr txBox="1">
              <a:spLocks/>
            </p:cNvSpPr>
            <p:nvPr userDrawn="1"/>
          </p:nvSpPr>
          <p:spPr>
            <a:xfrm>
              <a:off x="5647658" y="3564197"/>
              <a:ext cx="2535438" cy="572019"/>
            </a:xfrm>
            <a:prstGeom prst="rect">
              <a:avLst/>
            </a:prstGeom>
          </p:spPr>
          <p:txBody>
            <a:bodyPr/>
            <a:lstStyle>
              <a:lvl1pPr algn="ctr" defTabSz="914400" rtl="1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accent5"/>
                  </a:solidFill>
                  <a:latin typeface="Nexa Bold" panose="020000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en-US" sz="2400" b="0" dirty="0">
                  <a:solidFill>
                    <a:schemeClr val="accent1"/>
                  </a:solidFill>
                  <a:latin typeface="Calibri" panose="020F0502020204030204"/>
                </a:rPr>
                <a:t>www.pepperi.com</a:t>
              </a:r>
              <a:endParaRPr lang="he-IL" sz="2400" b="0" dirty="0">
                <a:solidFill>
                  <a:schemeClr val="accent1"/>
                </a:solidFill>
                <a:latin typeface="Calibri" panose="020F0502020204030204"/>
              </a:endParaRPr>
            </a:p>
          </p:txBody>
        </p:sp>
      </p:grpSp>
      <p:grpSp>
        <p:nvGrpSpPr>
          <p:cNvPr id="41" name="Group 40"/>
          <p:cNvGrpSpPr/>
          <p:nvPr userDrawn="1"/>
        </p:nvGrpSpPr>
        <p:grpSpPr>
          <a:xfrm>
            <a:off x="-2023561" y="2137989"/>
            <a:ext cx="1495902" cy="1122146"/>
            <a:chOff x="3905529" y="512426"/>
            <a:chExt cx="1738031" cy="1303781"/>
          </a:xfrm>
          <a:solidFill>
            <a:schemeClr val="bg1"/>
          </a:solidFill>
        </p:grpSpPr>
        <p:sp>
          <p:nvSpPr>
            <p:cNvPr id="10" name="Freeform 9"/>
            <p:cNvSpPr/>
            <p:nvPr userDrawn="1"/>
          </p:nvSpPr>
          <p:spPr>
            <a:xfrm>
              <a:off x="5387100" y="1033276"/>
              <a:ext cx="206375" cy="534006"/>
            </a:xfrm>
            <a:custGeom>
              <a:avLst/>
              <a:gdLst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0 w 320040"/>
                <a:gd name="connsiteY3" fmla="*/ 1072342 h 1072342"/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9995 w 320040"/>
                <a:gd name="connsiteY3" fmla="*/ 1011233 h 1072342"/>
                <a:gd name="connsiteX4" fmla="*/ 0 w 320040"/>
                <a:gd name="connsiteY4" fmla="*/ 1072342 h 107234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8205"/>
                <a:gd name="connsiteY0" fmla="*/ 1056013 h 1068383"/>
                <a:gd name="connsiteX1" fmla="*/ 0 w 328205"/>
                <a:gd name="connsiteY1" fmla="*/ 37704 h 1068383"/>
                <a:gd name="connsiteX2" fmla="*/ 328205 w 328205"/>
                <a:gd name="connsiteY2" fmla="*/ 0 h 1068383"/>
                <a:gd name="connsiteX3" fmla="*/ 26324 w 328205"/>
                <a:gd name="connsiteY3" fmla="*/ 1068383 h 1068383"/>
                <a:gd name="connsiteX4" fmla="*/ 0 w 328205"/>
                <a:gd name="connsiteY4" fmla="*/ 1056013 h 1068383"/>
                <a:gd name="connsiteX0" fmla="*/ 0 w 429008"/>
                <a:gd name="connsiteY0" fmla="*/ 1056013 h 1068383"/>
                <a:gd name="connsiteX1" fmla="*/ 0 w 429008"/>
                <a:gd name="connsiteY1" fmla="*/ 37704 h 1068383"/>
                <a:gd name="connsiteX2" fmla="*/ 328205 w 429008"/>
                <a:gd name="connsiteY2" fmla="*/ 0 h 1068383"/>
                <a:gd name="connsiteX3" fmla="*/ 26324 w 429008"/>
                <a:gd name="connsiteY3" fmla="*/ 1068383 h 1068383"/>
                <a:gd name="connsiteX4" fmla="*/ 0 w 429008"/>
                <a:gd name="connsiteY4" fmla="*/ 1056013 h 1068383"/>
                <a:gd name="connsiteX0" fmla="*/ 0 w 441502"/>
                <a:gd name="connsiteY0" fmla="*/ 1056013 h 1068383"/>
                <a:gd name="connsiteX1" fmla="*/ 0 w 441502"/>
                <a:gd name="connsiteY1" fmla="*/ 37704 h 1068383"/>
                <a:gd name="connsiteX2" fmla="*/ 328205 w 441502"/>
                <a:gd name="connsiteY2" fmla="*/ 0 h 1068383"/>
                <a:gd name="connsiteX3" fmla="*/ 26324 w 441502"/>
                <a:gd name="connsiteY3" fmla="*/ 1068383 h 1068383"/>
                <a:gd name="connsiteX4" fmla="*/ 0 w 441502"/>
                <a:gd name="connsiteY4" fmla="*/ 1056013 h 1068383"/>
                <a:gd name="connsiteX0" fmla="*/ 0 w 435496"/>
                <a:gd name="connsiteY0" fmla="*/ 1056013 h 1068383"/>
                <a:gd name="connsiteX1" fmla="*/ 0 w 435496"/>
                <a:gd name="connsiteY1" fmla="*/ 37704 h 1068383"/>
                <a:gd name="connsiteX2" fmla="*/ 328205 w 435496"/>
                <a:gd name="connsiteY2" fmla="*/ 0 h 1068383"/>
                <a:gd name="connsiteX3" fmla="*/ 26324 w 435496"/>
                <a:gd name="connsiteY3" fmla="*/ 1068383 h 1068383"/>
                <a:gd name="connsiteX4" fmla="*/ 0 w 435496"/>
                <a:gd name="connsiteY4" fmla="*/ 1056013 h 1068383"/>
                <a:gd name="connsiteX0" fmla="*/ 0 w 435496"/>
                <a:gd name="connsiteY0" fmla="*/ 1076441 h 1088811"/>
                <a:gd name="connsiteX1" fmla="*/ 0 w 435496"/>
                <a:gd name="connsiteY1" fmla="*/ 58132 h 1088811"/>
                <a:gd name="connsiteX2" fmla="*/ 328205 w 435496"/>
                <a:gd name="connsiteY2" fmla="*/ 20428 h 1088811"/>
                <a:gd name="connsiteX3" fmla="*/ 26324 w 435496"/>
                <a:gd name="connsiteY3" fmla="*/ 1088811 h 1088811"/>
                <a:gd name="connsiteX4" fmla="*/ 0 w 435496"/>
                <a:gd name="connsiteY4" fmla="*/ 1076441 h 1088811"/>
                <a:gd name="connsiteX0" fmla="*/ 0 w 435496"/>
                <a:gd name="connsiteY0" fmla="*/ 1087320 h 1099690"/>
                <a:gd name="connsiteX1" fmla="*/ 0 w 435496"/>
                <a:gd name="connsiteY1" fmla="*/ 69011 h 1099690"/>
                <a:gd name="connsiteX2" fmla="*/ 328205 w 435496"/>
                <a:gd name="connsiteY2" fmla="*/ 31307 h 1099690"/>
                <a:gd name="connsiteX3" fmla="*/ 26324 w 435496"/>
                <a:gd name="connsiteY3" fmla="*/ 1099690 h 1099690"/>
                <a:gd name="connsiteX4" fmla="*/ 0 w 435496"/>
                <a:gd name="connsiteY4" fmla="*/ 1087320 h 1099690"/>
                <a:gd name="connsiteX0" fmla="*/ 0 w 435496"/>
                <a:gd name="connsiteY0" fmla="*/ 1145402 h 1157772"/>
                <a:gd name="connsiteX1" fmla="*/ 0 w 435496"/>
                <a:gd name="connsiteY1" fmla="*/ 127093 h 1157772"/>
                <a:gd name="connsiteX2" fmla="*/ 328205 w 435496"/>
                <a:gd name="connsiteY2" fmla="*/ 89389 h 1157772"/>
                <a:gd name="connsiteX3" fmla="*/ 26324 w 435496"/>
                <a:gd name="connsiteY3" fmla="*/ 1157772 h 1157772"/>
                <a:gd name="connsiteX4" fmla="*/ 0 w 435496"/>
                <a:gd name="connsiteY4" fmla="*/ 1145402 h 1157772"/>
                <a:gd name="connsiteX0" fmla="*/ 0 w 437090"/>
                <a:gd name="connsiteY0" fmla="*/ 1122002 h 1134372"/>
                <a:gd name="connsiteX1" fmla="*/ 0 w 437090"/>
                <a:gd name="connsiteY1" fmla="*/ 103693 h 1134372"/>
                <a:gd name="connsiteX2" fmla="*/ 328205 w 437090"/>
                <a:gd name="connsiteY2" fmla="*/ 65989 h 1134372"/>
                <a:gd name="connsiteX3" fmla="*/ 26324 w 437090"/>
                <a:gd name="connsiteY3" fmla="*/ 1134372 h 1134372"/>
                <a:gd name="connsiteX4" fmla="*/ 0 w 437090"/>
                <a:gd name="connsiteY4" fmla="*/ 1122002 h 1134372"/>
                <a:gd name="connsiteX0" fmla="*/ 0 w 437090"/>
                <a:gd name="connsiteY0" fmla="*/ 1096456 h 1108826"/>
                <a:gd name="connsiteX1" fmla="*/ 0 w 437090"/>
                <a:gd name="connsiteY1" fmla="*/ 78147 h 1108826"/>
                <a:gd name="connsiteX2" fmla="*/ 328205 w 437090"/>
                <a:gd name="connsiteY2" fmla="*/ 40443 h 1108826"/>
                <a:gd name="connsiteX3" fmla="*/ 26324 w 437090"/>
                <a:gd name="connsiteY3" fmla="*/ 1108826 h 1108826"/>
                <a:gd name="connsiteX4" fmla="*/ 0 w 437090"/>
                <a:gd name="connsiteY4" fmla="*/ 1096456 h 1108826"/>
                <a:gd name="connsiteX0" fmla="*/ 0 w 428685"/>
                <a:gd name="connsiteY0" fmla="*/ 1096877 h 1109247"/>
                <a:gd name="connsiteX1" fmla="*/ 0 w 428685"/>
                <a:gd name="connsiteY1" fmla="*/ 78568 h 1109247"/>
                <a:gd name="connsiteX2" fmla="*/ 328205 w 428685"/>
                <a:gd name="connsiteY2" fmla="*/ 40864 h 1109247"/>
                <a:gd name="connsiteX3" fmla="*/ 26324 w 428685"/>
                <a:gd name="connsiteY3" fmla="*/ 1109247 h 1109247"/>
                <a:gd name="connsiteX4" fmla="*/ 0 w 428685"/>
                <a:gd name="connsiteY4" fmla="*/ 1096877 h 1109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85" h="1109247">
                  <a:moveTo>
                    <a:pt x="0" y="1096877"/>
                  </a:moveTo>
                  <a:lnTo>
                    <a:pt x="0" y="78568"/>
                  </a:lnTo>
                  <a:cubicBezTo>
                    <a:pt x="149951" y="-32119"/>
                    <a:pt x="272735" y="-7425"/>
                    <a:pt x="328205" y="40864"/>
                  </a:cubicBezTo>
                  <a:cubicBezTo>
                    <a:pt x="560483" y="243071"/>
                    <a:pt x="360994" y="837484"/>
                    <a:pt x="26324" y="1109247"/>
                  </a:cubicBezTo>
                  <a:lnTo>
                    <a:pt x="0" y="1096877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1" name="Freeform 10"/>
            <p:cNvSpPr/>
            <p:nvPr userDrawn="1"/>
          </p:nvSpPr>
          <p:spPr>
            <a:xfrm>
              <a:off x="4971247" y="696772"/>
              <a:ext cx="199818" cy="199818"/>
            </a:xfrm>
            <a:custGeom>
              <a:avLst/>
              <a:gdLst>
                <a:gd name="connsiteX0" fmla="*/ 208015 w 416030"/>
                <a:gd name="connsiteY0" fmla="*/ 121342 h 416030"/>
                <a:gd name="connsiteX1" fmla="*/ 121342 w 416030"/>
                <a:gd name="connsiteY1" fmla="*/ 208015 h 416030"/>
                <a:gd name="connsiteX2" fmla="*/ 208015 w 416030"/>
                <a:gd name="connsiteY2" fmla="*/ 294688 h 416030"/>
                <a:gd name="connsiteX3" fmla="*/ 294688 w 416030"/>
                <a:gd name="connsiteY3" fmla="*/ 208015 h 416030"/>
                <a:gd name="connsiteX4" fmla="*/ 208015 w 416030"/>
                <a:gd name="connsiteY4" fmla="*/ 121342 h 416030"/>
                <a:gd name="connsiteX5" fmla="*/ 208015 w 416030"/>
                <a:gd name="connsiteY5" fmla="*/ 0 h 416030"/>
                <a:gd name="connsiteX6" fmla="*/ 416030 w 416030"/>
                <a:gd name="connsiteY6" fmla="*/ 208015 h 416030"/>
                <a:gd name="connsiteX7" fmla="*/ 208015 w 416030"/>
                <a:gd name="connsiteY7" fmla="*/ 416030 h 416030"/>
                <a:gd name="connsiteX8" fmla="*/ 0 w 416030"/>
                <a:gd name="connsiteY8" fmla="*/ 208015 h 416030"/>
                <a:gd name="connsiteX9" fmla="*/ 208015 w 416030"/>
                <a:gd name="connsiteY9" fmla="*/ 0 h 41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030" h="416030">
                  <a:moveTo>
                    <a:pt x="208015" y="121342"/>
                  </a:moveTo>
                  <a:cubicBezTo>
                    <a:pt x="160147" y="121342"/>
                    <a:pt x="121342" y="160147"/>
                    <a:pt x="121342" y="208015"/>
                  </a:cubicBezTo>
                  <a:cubicBezTo>
                    <a:pt x="121342" y="255883"/>
                    <a:pt x="160147" y="294688"/>
                    <a:pt x="208015" y="294688"/>
                  </a:cubicBezTo>
                  <a:cubicBezTo>
                    <a:pt x="255883" y="294688"/>
                    <a:pt x="294688" y="255883"/>
                    <a:pt x="294688" y="208015"/>
                  </a:cubicBezTo>
                  <a:cubicBezTo>
                    <a:pt x="294688" y="160147"/>
                    <a:pt x="255883" y="121342"/>
                    <a:pt x="208015" y="121342"/>
                  </a:cubicBezTo>
                  <a:close/>
                  <a:moveTo>
                    <a:pt x="208015" y="0"/>
                  </a:moveTo>
                  <a:cubicBezTo>
                    <a:pt x="322899" y="0"/>
                    <a:pt x="416030" y="93131"/>
                    <a:pt x="416030" y="208015"/>
                  </a:cubicBezTo>
                  <a:cubicBezTo>
                    <a:pt x="416030" y="322899"/>
                    <a:pt x="322899" y="416030"/>
                    <a:pt x="208015" y="416030"/>
                  </a:cubicBezTo>
                  <a:cubicBezTo>
                    <a:pt x="93131" y="416030"/>
                    <a:pt x="0" y="322899"/>
                    <a:pt x="0" y="208015"/>
                  </a:cubicBezTo>
                  <a:cubicBezTo>
                    <a:pt x="0" y="93131"/>
                    <a:pt x="93131" y="0"/>
                    <a:pt x="208015" y="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3" name="Freeform 12"/>
            <p:cNvSpPr/>
            <p:nvPr userDrawn="1"/>
          </p:nvSpPr>
          <p:spPr>
            <a:xfrm>
              <a:off x="5431906" y="1575008"/>
              <a:ext cx="211654" cy="120309"/>
            </a:xfrm>
            <a:custGeom>
              <a:avLst/>
              <a:gdLst>
                <a:gd name="connsiteX0" fmla="*/ 0 w 440674"/>
                <a:gd name="connsiteY0" fmla="*/ 38559 h 267159"/>
                <a:gd name="connsiteX1" fmla="*/ 41313 w 440674"/>
                <a:gd name="connsiteY1" fmla="*/ 0 h 267159"/>
                <a:gd name="connsiteX2" fmla="*/ 440674 w 440674"/>
                <a:gd name="connsiteY2" fmla="*/ 267159 h 267159"/>
                <a:gd name="connsiteX3" fmla="*/ 302964 w 440674"/>
                <a:gd name="connsiteY3" fmla="*/ 258897 h 267159"/>
                <a:gd name="connsiteX4" fmla="*/ 0 w 440674"/>
                <a:gd name="connsiteY4" fmla="*/ 38559 h 267159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674" h="250490">
                  <a:moveTo>
                    <a:pt x="0" y="21890"/>
                  </a:moveTo>
                  <a:lnTo>
                    <a:pt x="19882" y="0"/>
                  </a:lnTo>
                  <a:cubicBezTo>
                    <a:pt x="210152" y="45397"/>
                    <a:pt x="371848" y="159849"/>
                    <a:pt x="440674" y="250490"/>
                  </a:cubicBezTo>
                  <a:lnTo>
                    <a:pt x="302964" y="242228"/>
                  </a:lnTo>
                  <a:cubicBezTo>
                    <a:pt x="266269" y="164020"/>
                    <a:pt x="108131" y="69142"/>
                    <a:pt x="0" y="2189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28" name="Freeform 27"/>
            <p:cNvSpPr/>
            <p:nvPr userDrawn="1"/>
          </p:nvSpPr>
          <p:spPr>
            <a:xfrm flipH="1">
              <a:off x="3955614" y="1033276"/>
              <a:ext cx="206375" cy="534006"/>
            </a:xfrm>
            <a:custGeom>
              <a:avLst/>
              <a:gdLst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0 w 320040"/>
                <a:gd name="connsiteY3" fmla="*/ 1072342 h 1072342"/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9995 w 320040"/>
                <a:gd name="connsiteY3" fmla="*/ 1011233 h 1072342"/>
                <a:gd name="connsiteX4" fmla="*/ 0 w 320040"/>
                <a:gd name="connsiteY4" fmla="*/ 1072342 h 107234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8205"/>
                <a:gd name="connsiteY0" fmla="*/ 1056013 h 1068383"/>
                <a:gd name="connsiteX1" fmla="*/ 0 w 328205"/>
                <a:gd name="connsiteY1" fmla="*/ 37704 h 1068383"/>
                <a:gd name="connsiteX2" fmla="*/ 328205 w 328205"/>
                <a:gd name="connsiteY2" fmla="*/ 0 h 1068383"/>
                <a:gd name="connsiteX3" fmla="*/ 26324 w 328205"/>
                <a:gd name="connsiteY3" fmla="*/ 1068383 h 1068383"/>
                <a:gd name="connsiteX4" fmla="*/ 0 w 328205"/>
                <a:gd name="connsiteY4" fmla="*/ 1056013 h 1068383"/>
                <a:gd name="connsiteX0" fmla="*/ 0 w 429008"/>
                <a:gd name="connsiteY0" fmla="*/ 1056013 h 1068383"/>
                <a:gd name="connsiteX1" fmla="*/ 0 w 429008"/>
                <a:gd name="connsiteY1" fmla="*/ 37704 h 1068383"/>
                <a:gd name="connsiteX2" fmla="*/ 328205 w 429008"/>
                <a:gd name="connsiteY2" fmla="*/ 0 h 1068383"/>
                <a:gd name="connsiteX3" fmla="*/ 26324 w 429008"/>
                <a:gd name="connsiteY3" fmla="*/ 1068383 h 1068383"/>
                <a:gd name="connsiteX4" fmla="*/ 0 w 429008"/>
                <a:gd name="connsiteY4" fmla="*/ 1056013 h 1068383"/>
                <a:gd name="connsiteX0" fmla="*/ 0 w 441502"/>
                <a:gd name="connsiteY0" fmla="*/ 1056013 h 1068383"/>
                <a:gd name="connsiteX1" fmla="*/ 0 w 441502"/>
                <a:gd name="connsiteY1" fmla="*/ 37704 h 1068383"/>
                <a:gd name="connsiteX2" fmla="*/ 328205 w 441502"/>
                <a:gd name="connsiteY2" fmla="*/ 0 h 1068383"/>
                <a:gd name="connsiteX3" fmla="*/ 26324 w 441502"/>
                <a:gd name="connsiteY3" fmla="*/ 1068383 h 1068383"/>
                <a:gd name="connsiteX4" fmla="*/ 0 w 441502"/>
                <a:gd name="connsiteY4" fmla="*/ 1056013 h 1068383"/>
                <a:gd name="connsiteX0" fmla="*/ 0 w 435496"/>
                <a:gd name="connsiteY0" fmla="*/ 1056013 h 1068383"/>
                <a:gd name="connsiteX1" fmla="*/ 0 w 435496"/>
                <a:gd name="connsiteY1" fmla="*/ 37704 h 1068383"/>
                <a:gd name="connsiteX2" fmla="*/ 328205 w 435496"/>
                <a:gd name="connsiteY2" fmla="*/ 0 h 1068383"/>
                <a:gd name="connsiteX3" fmla="*/ 26324 w 435496"/>
                <a:gd name="connsiteY3" fmla="*/ 1068383 h 1068383"/>
                <a:gd name="connsiteX4" fmla="*/ 0 w 435496"/>
                <a:gd name="connsiteY4" fmla="*/ 1056013 h 1068383"/>
                <a:gd name="connsiteX0" fmla="*/ 0 w 435496"/>
                <a:gd name="connsiteY0" fmla="*/ 1076441 h 1088811"/>
                <a:gd name="connsiteX1" fmla="*/ 0 w 435496"/>
                <a:gd name="connsiteY1" fmla="*/ 58132 h 1088811"/>
                <a:gd name="connsiteX2" fmla="*/ 328205 w 435496"/>
                <a:gd name="connsiteY2" fmla="*/ 20428 h 1088811"/>
                <a:gd name="connsiteX3" fmla="*/ 26324 w 435496"/>
                <a:gd name="connsiteY3" fmla="*/ 1088811 h 1088811"/>
                <a:gd name="connsiteX4" fmla="*/ 0 w 435496"/>
                <a:gd name="connsiteY4" fmla="*/ 1076441 h 1088811"/>
                <a:gd name="connsiteX0" fmla="*/ 0 w 435496"/>
                <a:gd name="connsiteY0" fmla="*/ 1087320 h 1099690"/>
                <a:gd name="connsiteX1" fmla="*/ 0 w 435496"/>
                <a:gd name="connsiteY1" fmla="*/ 69011 h 1099690"/>
                <a:gd name="connsiteX2" fmla="*/ 328205 w 435496"/>
                <a:gd name="connsiteY2" fmla="*/ 31307 h 1099690"/>
                <a:gd name="connsiteX3" fmla="*/ 26324 w 435496"/>
                <a:gd name="connsiteY3" fmla="*/ 1099690 h 1099690"/>
                <a:gd name="connsiteX4" fmla="*/ 0 w 435496"/>
                <a:gd name="connsiteY4" fmla="*/ 1087320 h 1099690"/>
                <a:gd name="connsiteX0" fmla="*/ 0 w 435496"/>
                <a:gd name="connsiteY0" fmla="*/ 1145402 h 1157772"/>
                <a:gd name="connsiteX1" fmla="*/ 0 w 435496"/>
                <a:gd name="connsiteY1" fmla="*/ 127093 h 1157772"/>
                <a:gd name="connsiteX2" fmla="*/ 328205 w 435496"/>
                <a:gd name="connsiteY2" fmla="*/ 89389 h 1157772"/>
                <a:gd name="connsiteX3" fmla="*/ 26324 w 435496"/>
                <a:gd name="connsiteY3" fmla="*/ 1157772 h 1157772"/>
                <a:gd name="connsiteX4" fmla="*/ 0 w 435496"/>
                <a:gd name="connsiteY4" fmla="*/ 1145402 h 1157772"/>
                <a:gd name="connsiteX0" fmla="*/ 0 w 437090"/>
                <a:gd name="connsiteY0" fmla="*/ 1122002 h 1134372"/>
                <a:gd name="connsiteX1" fmla="*/ 0 w 437090"/>
                <a:gd name="connsiteY1" fmla="*/ 103693 h 1134372"/>
                <a:gd name="connsiteX2" fmla="*/ 328205 w 437090"/>
                <a:gd name="connsiteY2" fmla="*/ 65989 h 1134372"/>
                <a:gd name="connsiteX3" fmla="*/ 26324 w 437090"/>
                <a:gd name="connsiteY3" fmla="*/ 1134372 h 1134372"/>
                <a:gd name="connsiteX4" fmla="*/ 0 w 437090"/>
                <a:gd name="connsiteY4" fmla="*/ 1122002 h 1134372"/>
                <a:gd name="connsiteX0" fmla="*/ 0 w 437090"/>
                <a:gd name="connsiteY0" fmla="*/ 1096456 h 1108826"/>
                <a:gd name="connsiteX1" fmla="*/ 0 w 437090"/>
                <a:gd name="connsiteY1" fmla="*/ 78147 h 1108826"/>
                <a:gd name="connsiteX2" fmla="*/ 328205 w 437090"/>
                <a:gd name="connsiteY2" fmla="*/ 40443 h 1108826"/>
                <a:gd name="connsiteX3" fmla="*/ 26324 w 437090"/>
                <a:gd name="connsiteY3" fmla="*/ 1108826 h 1108826"/>
                <a:gd name="connsiteX4" fmla="*/ 0 w 437090"/>
                <a:gd name="connsiteY4" fmla="*/ 1096456 h 1108826"/>
                <a:gd name="connsiteX0" fmla="*/ 0 w 428685"/>
                <a:gd name="connsiteY0" fmla="*/ 1096877 h 1109247"/>
                <a:gd name="connsiteX1" fmla="*/ 0 w 428685"/>
                <a:gd name="connsiteY1" fmla="*/ 78568 h 1109247"/>
                <a:gd name="connsiteX2" fmla="*/ 328205 w 428685"/>
                <a:gd name="connsiteY2" fmla="*/ 40864 h 1109247"/>
                <a:gd name="connsiteX3" fmla="*/ 26324 w 428685"/>
                <a:gd name="connsiteY3" fmla="*/ 1109247 h 1109247"/>
                <a:gd name="connsiteX4" fmla="*/ 0 w 428685"/>
                <a:gd name="connsiteY4" fmla="*/ 1096877 h 1109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85" h="1109247">
                  <a:moveTo>
                    <a:pt x="0" y="1096877"/>
                  </a:moveTo>
                  <a:lnTo>
                    <a:pt x="0" y="78568"/>
                  </a:lnTo>
                  <a:cubicBezTo>
                    <a:pt x="149951" y="-32119"/>
                    <a:pt x="272735" y="-7425"/>
                    <a:pt x="328205" y="40864"/>
                  </a:cubicBezTo>
                  <a:cubicBezTo>
                    <a:pt x="560483" y="243071"/>
                    <a:pt x="360994" y="837484"/>
                    <a:pt x="26324" y="1109247"/>
                  </a:cubicBezTo>
                  <a:lnTo>
                    <a:pt x="0" y="1096877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29" name="Freeform 28"/>
            <p:cNvSpPr/>
            <p:nvPr userDrawn="1"/>
          </p:nvSpPr>
          <p:spPr>
            <a:xfrm flipH="1">
              <a:off x="4378024" y="696772"/>
              <a:ext cx="199818" cy="199818"/>
            </a:xfrm>
            <a:custGeom>
              <a:avLst/>
              <a:gdLst>
                <a:gd name="connsiteX0" fmla="*/ 208015 w 416030"/>
                <a:gd name="connsiteY0" fmla="*/ 121342 h 416030"/>
                <a:gd name="connsiteX1" fmla="*/ 121342 w 416030"/>
                <a:gd name="connsiteY1" fmla="*/ 208015 h 416030"/>
                <a:gd name="connsiteX2" fmla="*/ 208015 w 416030"/>
                <a:gd name="connsiteY2" fmla="*/ 294688 h 416030"/>
                <a:gd name="connsiteX3" fmla="*/ 294688 w 416030"/>
                <a:gd name="connsiteY3" fmla="*/ 208015 h 416030"/>
                <a:gd name="connsiteX4" fmla="*/ 208015 w 416030"/>
                <a:gd name="connsiteY4" fmla="*/ 121342 h 416030"/>
                <a:gd name="connsiteX5" fmla="*/ 208015 w 416030"/>
                <a:gd name="connsiteY5" fmla="*/ 0 h 416030"/>
                <a:gd name="connsiteX6" fmla="*/ 416030 w 416030"/>
                <a:gd name="connsiteY6" fmla="*/ 208015 h 416030"/>
                <a:gd name="connsiteX7" fmla="*/ 208015 w 416030"/>
                <a:gd name="connsiteY7" fmla="*/ 416030 h 416030"/>
                <a:gd name="connsiteX8" fmla="*/ 0 w 416030"/>
                <a:gd name="connsiteY8" fmla="*/ 208015 h 416030"/>
                <a:gd name="connsiteX9" fmla="*/ 208015 w 416030"/>
                <a:gd name="connsiteY9" fmla="*/ 0 h 41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030" h="416030">
                  <a:moveTo>
                    <a:pt x="208015" y="121342"/>
                  </a:moveTo>
                  <a:cubicBezTo>
                    <a:pt x="160147" y="121342"/>
                    <a:pt x="121342" y="160147"/>
                    <a:pt x="121342" y="208015"/>
                  </a:cubicBezTo>
                  <a:cubicBezTo>
                    <a:pt x="121342" y="255883"/>
                    <a:pt x="160147" y="294688"/>
                    <a:pt x="208015" y="294688"/>
                  </a:cubicBezTo>
                  <a:cubicBezTo>
                    <a:pt x="255883" y="294688"/>
                    <a:pt x="294688" y="255883"/>
                    <a:pt x="294688" y="208015"/>
                  </a:cubicBezTo>
                  <a:cubicBezTo>
                    <a:pt x="294688" y="160147"/>
                    <a:pt x="255883" y="121342"/>
                    <a:pt x="208015" y="121342"/>
                  </a:cubicBezTo>
                  <a:close/>
                  <a:moveTo>
                    <a:pt x="208015" y="0"/>
                  </a:moveTo>
                  <a:cubicBezTo>
                    <a:pt x="322899" y="0"/>
                    <a:pt x="416030" y="93131"/>
                    <a:pt x="416030" y="208015"/>
                  </a:cubicBezTo>
                  <a:cubicBezTo>
                    <a:pt x="416030" y="322899"/>
                    <a:pt x="322899" y="416030"/>
                    <a:pt x="208015" y="416030"/>
                  </a:cubicBezTo>
                  <a:cubicBezTo>
                    <a:pt x="93131" y="416030"/>
                    <a:pt x="0" y="322899"/>
                    <a:pt x="0" y="208015"/>
                  </a:cubicBezTo>
                  <a:cubicBezTo>
                    <a:pt x="0" y="93131"/>
                    <a:pt x="93131" y="0"/>
                    <a:pt x="208015" y="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3992103" y="512426"/>
              <a:ext cx="1564883" cy="1303781"/>
            </a:xfrm>
            <a:custGeom>
              <a:avLst/>
              <a:gdLst>
                <a:gd name="connsiteX0" fmla="*/ 1266381 w 1564883"/>
                <a:gd name="connsiteY0" fmla="*/ 512472 h 1303042"/>
                <a:gd name="connsiteX1" fmla="*/ 1293440 w 1564883"/>
                <a:gd name="connsiteY1" fmla="*/ 526836 h 1303042"/>
                <a:gd name="connsiteX2" fmla="*/ 1270750 w 1564883"/>
                <a:gd name="connsiteY2" fmla="*/ 541612 h 1303042"/>
                <a:gd name="connsiteX3" fmla="*/ 1089253 w 1564883"/>
                <a:gd name="connsiteY3" fmla="*/ 685117 h 1303042"/>
                <a:gd name="connsiteX4" fmla="*/ 841262 w 1564883"/>
                <a:gd name="connsiteY4" fmla="*/ 848392 h 1303042"/>
                <a:gd name="connsiteX5" fmla="*/ 771066 w 1564883"/>
                <a:gd name="connsiteY5" fmla="*/ 851087 h 1303042"/>
                <a:gd name="connsiteX6" fmla="*/ 771015 w 1564883"/>
                <a:gd name="connsiteY6" fmla="*/ 852696 h 1303042"/>
                <a:gd name="connsiteX7" fmla="*/ 723621 w 1564883"/>
                <a:gd name="connsiteY7" fmla="*/ 848392 h 1303042"/>
                <a:gd name="connsiteX8" fmla="*/ 475630 w 1564883"/>
                <a:gd name="connsiteY8" fmla="*/ 685117 h 1303042"/>
                <a:gd name="connsiteX9" fmla="*/ 294133 w 1564883"/>
                <a:gd name="connsiteY9" fmla="*/ 541612 h 1303042"/>
                <a:gd name="connsiteX10" fmla="*/ 271443 w 1564883"/>
                <a:gd name="connsiteY10" fmla="*/ 526836 h 1303042"/>
                <a:gd name="connsiteX11" fmla="*/ 298502 w 1564883"/>
                <a:gd name="connsiteY11" fmla="*/ 512472 h 1303042"/>
                <a:gd name="connsiteX12" fmla="*/ 450355 w 1564883"/>
                <a:gd name="connsiteY12" fmla="*/ 611351 h 1303042"/>
                <a:gd name="connsiteX13" fmla="*/ 732819 w 1564883"/>
                <a:gd name="connsiteY13" fmla="*/ 744639 h 1303042"/>
                <a:gd name="connsiteX14" fmla="*/ 768705 w 1564883"/>
                <a:gd name="connsiteY14" fmla="*/ 745288 h 1303042"/>
                <a:gd name="connsiteX15" fmla="*/ 768685 w 1564883"/>
                <a:gd name="connsiteY15" fmla="*/ 747866 h 1303042"/>
                <a:gd name="connsiteX16" fmla="*/ 832064 w 1564883"/>
                <a:gd name="connsiteY16" fmla="*/ 744639 h 1303042"/>
                <a:gd name="connsiteX17" fmla="*/ 1114529 w 1564883"/>
                <a:gd name="connsiteY17" fmla="*/ 611351 h 1303042"/>
                <a:gd name="connsiteX18" fmla="*/ 1266381 w 1564883"/>
                <a:gd name="connsiteY18" fmla="*/ 512472 h 1303042"/>
                <a:gd name="connsiteX19" fmla="*/ 485832 w 1564883"/>
                <a:gd name="connsiteY19" fmla="*/ 123244 h 1303042"/>
                <a:gd name="connsiteX20" fmla="*/ 646102 w 1564883"/>
                <a:gd name="connsiteY20" fmla="*/ 283515 h 1303042"/>
                <a:gd name="connsiteX21" fmla="*/ 485832 w 1564883"/>
                <a:gd name="connsiteY21" fmla="*/ 443785 h 1303042"/>
                <a:gd name="connsiteX22" fmla="*/ 325561 w 1564883"/>
                <a:gd name="connsiteY22" fmla="*/ 283515 h 1303042"/>
                <a:gd name="connsiteX23" fmla="*/ 485832 w 1564883"/>
                <a:gd name="connsiteY23" fmla="*/ 123244 h 1303042"/>
                <a:gd name="connsiteX24" fmla="*/ 1079051 w 1564883"/>
                <a:gd name="connsiteY24" fmla="*/ 123244 h 1303042"/>
                <a:gd name="connsiteX25" fmla="*/ 1239322 w 1564883"/>
                <a:gd name="connsiteY25" fmla="*/ 283515 h 1303042"/>
                <a:gd name="connsiteX26" fmla="*/ 1079051 w 1564883"/>
                <a:gd name="connsiteY26" fmla="*/ 443785 h 1303042"/>
                <a:gd name="connsiteX27" fmla="*/ 918781 w 1564883"/>
                <a:gd name="connsiteY27" fmla="*/ 283515 h 1303042"/>
                <a:gd name="connsiteX28" fmla="*/ 1079051 w 1564883"/>
                <a:gd name="connsiteY28" fmla="*/ 123244 h 1303042"/>
                <a:gd name="connsiteX29" fmla="*/ 1052653 w 1564883"/>
                <a:gd name="connsiteY29" fmla="*/ 533 h 1303042"/>
                <a:gd name="connsiteX30" fmla="*/ 793763 w 1564883"/>
                <a:gd name="connsiteY30" fmla="*/ 238019 h 1303042"/>
                <a:gd name="connsiteX31" fmla="*/ 783861 w 1564883"/>
                <a:gd name="connsiteY31" fmla="*/ 252090 h 1303042"/>
                <a:gd name="connsiteX32" fmla="*/ 758090 w 1564883"/>
                <a:gd name="connsiteY32" fmla="*/ 204641 h 1303042"/>
                <a:gd name="connsiteX33" fmla="*/ 512230 w 1564883"/>
                <a:gd name="connsiteY33" fmla="*/ 533 h 1303042"/>
                <a:gd name="connsiteX34" fmla="*/ 464001 w 1564883"/>
                <a:gd name="connsiteY34" fmla="*/ 1599 h 1303042"/>
                <a:gd name="connsiteX35" fmla="*/ 214151 w 1564883"/>
                <a:gd name="connsiteY35" fmla="*/ 207093 h 1303042"/>
                <a:gd name="connsiteX36" fmla="*/ 204300 w 1564883"/>
                <a:gd name="connsiteY36" fmla="*/ 273245 h 1303042"/>
                <a:gd name="connsiteX37" fmla="*/ 204197 w 1564883"/>
                <a:gd name="connsiteY37" fmla="*/ 273245 h 1303042"/>
                <a:gd name="connsiteX38" fmla="*/ 204197 w 1564883"/>
                <a:gd name="connsiteY38" fmla="*/ 273938 h 1303042"/>
                <a:gd name="connsiteX39" fmla="*/ 204196 w 1564883"/>
                <a:gd name="connsiteY39" fmla="*/ 273941 h 1303042"/>
                <a:gd name="connsiteX40" fmla="*/ 204197 w 1564883"/>
                <a:gd name="connsiteY40" fmla="*/ 273948 h 1303042"/>
                <a:gd name="connsiteX41" fmla="*/ 204197 w 1564883"/>
                <a:gd name="connsiteY41" fmla="*/ 1073769 h 1303042"/>
                <a:gd name="connsiteX42" fmla="*/ 203070 w 1564883"/>
                <a:gd name="connsiteY42" fmla="*/ 1073769 h 1303042"/>
                <a:gd name="connsiteX43" fmla="*/ 0 w 1564883"/>
                <a:gd name="connsiteY43" fmla="*/ 1200852 h 1303042"/>
                <a:gd name="connsiteX44" fmla="*/ 288229 w 1564883"/>
                <a:gd name="connsiteY44" fmla="*/ 1303042 h 1303042"/>
                <a:gd name="connsiteX45" fmla="*/ 569908 w 1564883"/>
                <a:gd name="connsiteY45" fmla="*/ 1200852 h 1303042"/>
                <a:gd name="connsiteX46" fmla="*/ 386990 w 1564883"/>
                <a:gd name="connsiteY46" fmla="*/ 1079767 h 1303042"/>
                <a:gd name="connsiteX47" fmla="*/ 366975 w 1564883"/>
                <a:gd name="connsiteY47" fmla="*/ 1074174 h 1303042"/>
                <a:gd name="connsiteX48" fmla="*/ 368148 w 1564883"/>
                <a:gd name="connsiteY48" fmla="*/ 880440 h 1303042"/>
                <a:gd name="connsiteX49" fmla="*/ 384546 w 1564883"/>
                <a:gd name="connsiteY49" fmla="*/ 864042 h 1303042"/>
                <a:gd name="connsiteX50" fmla="*/ 400945 w 1564883"/>
                <a:gd name="connsiteY50" fmla="*/ 880440 h 1303042"/>
                <a:gd name="connsiteX51" fmla="*/ 400945 w 1564883"/>
                <a:gd name="connsiteY51" fmla="*/ 1051770 h 1303042"/>
                <a:gd name="connsiteX52" fmla="*/ 558902 w 1564883"/>
                <a:gd name="connsiteY52" fmla="*/ 1137704 h 1303042"/>
                <a:gd name="connsiteX53" fmla="*/ 667351 w 1564883"/>
                <a:gd name="connsiteY53" fmla="*/ 1150232 h 1303042"/>
                <a:gd name="connsiteX54" fmla="*/ 764482 w 1564883"/>
                <a:gd name="connsiteY54" fmla="*/ 1153694 h 1303042"/>
                <a:gd name="connsiteX55" fmla="*/ 764447 w 1564883"/>
                <a:gd name="connsiteY55" fmla="*/ 1154212 h 1303042"/>
                <a:gd name="connsiteX56" fmla="*/ 772067 w 1564883"/>
                <a:gd name="connsiteY56" fmla="*/ 1153964 h 1303042"/>
                <a:gd name="connsiteX57" fmla="*/ 779005 w 1564883"/>
                <a:gd name="connsiteY57" fmla="*/ 1154212 h 1303042"/>
                <a:gd name="connsiteX58" fmla="*/ 779005 w 1564883"/>
                <a:gd name="connsiteY58" fmla="*/ 1153739 h 1303042"/>
                <a:gd name="connsiteX59" fmla="*/ 886817 w 1564883"/>
                <a:gd name="connsiteY59" fmla="*/ 1150232 h 1303042"/>
                <a:gd name="connsiteX60" fmla="*/ 1005981 w 1564883"/>
                <a:gd name="connsiteY60" fmla="*/ 1137704 h 1303042"/>
                <a:gd name="connsiteX61" fmla="*/ 1163939 w 1564883"/>
                <a:gd name="connsiteY61" fmla="*/ 1051770 h 1303042"/>
                <a:gd name="connsiteX62" fmla="*/ 1163939 w 1564883"/>
                <a:gd name="connsiteY62" fmla="*/ 880440 h 1303042"/>
                <a:gd name="connsiteX63" fmla="*/ 1180337 w 1564883"/>
                <a:gd name="connsiteY63" fmla="*/ 864042 h 1303042"/>
                <a:gd name="connsiteX64" fmla="*/ 1196735 w 1564883"/>
                <a:gd name="connsiteY64" fmla="*/ 880440 h 1303042"/>
                <a:gd name="connsiteX65" fmla="*/ 1197908 w 1564883"/>
                <a:gd name="connsiteY65" fmla="*/ 1074174 h 1303042"/>
                <a:gd name="connsiteX66" fmla="*/ 1177893 w 1564883"/>
                <a:gd name="connsiteY66" fmla="*/ 1079767 h 1303042"/>
                <a:gd name="connsiteX67" fmla="*/ 994976 w 1564883"/>
                <a:gd name="connsiteY67" fmla="*/ 1200852 h 1303042"/>
                <a:gd name="connsiteX68" fmla="*/ 1276654 w 1564883"/>
                <a:gd name="connsiteY68" fmla="*/ 1303042 h 1303042"/>
                <a:gd name="connsiteX69" fmla="*/ 1564883 w 1564883"/>
                <a:gd name="connsiteY69" fmla="*/ 1200852 h 1303042"/>
                <a:gd name="connsiteX70" fmla="*/ 1361813 w 1564883"/>
                <a:gd name="connsiteY70" fmla="*/ 1073769 h 1303042"/>
                <a:gd name="connsiteX71" fmla="*/ 1360686 w 1564883"/>
                <a:gd name="connsiteY71" fmla="*/ 1073769 h 1303042"/>
                <a:gd name="connsiteX72" fmla="*/ 1360686 w 1564883"/>
                <a:gd name="connsiteY72" fmla="*/ 273948 h 1303042"/>
                <a:gd name="connsiteX73" fmla="*/ 1360687 w 1564883"/>
                <a:gd name="connsiteY73" fmla="*/ 273941 h 1303042"/>
                <a:gd name="connsiteX74" fmla="*/ 1360686 w 1564883"/>
                <a:gd name="connsiteY74" fmla="*/ 273938 h 1303042"/>
                <a:gd name="connsiteX75" fmla="*/ 1360686 w 1564883"/>
                <a:gd name="connsiteY75" fmla="*/ 273245 h 1303042"/>
                <a:gd name="connsiteX76" fmla="*/ 1360583 w 1564883"/>
                <a:gd name="connsiteY76" fmla="*/ 273245 h 1303042"/>
                <a:gd name="connsiteX77" fmla="*/ 1350733 w 1564883"/>
                <a:gd name="connsiteY77" fmla="*/ 207093 h 1303042"/>
                <a:gd name="connsiteX78" fmla="*/ 1100882 w 1564883"/>
                <a:gd name="connsiteY78" fmla="*/ 1599 h 1303042"/>
                <a:gd name="connsiteX79" fmla="*/ 1052653 w 1564883"/>
                <a:gd name="connsiteY79" fmla="*/ 533 h 1303042"/>
                <a:gd name="connsiteX0" fmla="*/ 1266381 w 1564883"/>
                <a:gd name="connsiteY0" fmla="*/ 512472 h 1303042"/>
                <a:gd name="connsiteX1" fmla="*/ 1293440 w 1564883"/>
                <a:gd name="connsiteY1" fmla="*/ 526836 h 1303042"/>
                <a:gd name="connsiteX2" fmla="*/ 1270750 w 1564883"/>
                <a:gd name="connsiteY2" fmla="*/ 541612 h 1303042"/>
                <a:gd name="connsiteX3" fmla="*/ 1089253 w 1564883"/>
                <a:gd name="connsiteY3" fmla="*/ 685117 h 1303042"/>
                <a:gd name="connsiteX4" fmla="*/ 841262 w 1564883"/>
                <a:gd name="connsiteY4" fmla="*/ 848392 h 1303042"/>
                <a:gd name="connsiteX5" fmla="*/ 771066 w 1564883"/>
                <a:gd name="connsiteY5" fmla="*/ 851087 h 1303042"/>
                <a:gd name="connsiteX6" fmla="*/ 771015 w 1564883"/>
                <a:gd name="connsiteY6" fmla="*/ 852696 h 1303042"/>
                <a:gd name="connsiteX7" fmla="*/ 723621 w 1564883"/>
                <a:gd name="connsiteY7" fmla="*/ 848392 h 1303042"/>
                <a:gd name="connsiteX8" fmla="*/ 475630 w 1564883"/>
                <a:gd name="connsiteY8" fmla="*/ 685117 h 1303042"/>
                <a:gd name="connsiteX9" fmla="*/ 294133 w 1564883"/>
                <a:gd name="connsiteY9" fmla="*/ 541612 h 1303042"/>
                <a:gd name="connsiteX10" fmla="*/ 271443 w 1564883"/>
                <a:gd name="connsiteY10" fmla="*/ 526836 h 1303042"/>
                <a:gd name="connsiteX11" fmla="*/ 298502 w 1564883"/>
                <a:gd name="connsiteY11" fmla="*/ 512472 h 1303042"/>
                <a:gd name="connsiteX12" fmla="*/ 450355 w 1564883"/>
                <a:gd name="connsiteY12" fmla="*/ 611351 h 1303042"/>
                <a:gd name="connsiteX13" fmla="*/ 732819 w 1564883"/>
                <a:gd name="connsiteY13" fmla="*/ 744639 h 1303042"/>
                <a:gd name="connsiteX14" fmla="*/ 768705 w 1564883"/>
                <a:gd name="connsiteY14" fmla="*/ 745288 h 1303042"/>
                <a:gd name="connsiteX15" fmla="*/ 768685 w 1564883"/>
                <a:gd name="connsiteY15" fmla="*/ 747866 h 1303042"/>
                <a:gd name="connsiteX16" fmla="*/ 832064 w 1564883"/>
                <a:gd name="connsiteY16" fmla="*/ 744639 h 1303042"/>
                <a:gd name="connsiteX17" fmla="*/ 1114529 w 1564883"/>
                <a:gd name="connsiteY17" fmla="*/ 611351 h 1303042"/>
                <a:gd name="connsiteX18" fmla="*/ 1266381 w 1564883"/>
                <a:gd name="connsiteY18" fmla="*/ 512472 h 1303042"/>
                <a:gd name="connsiteX19" fmla="*/ 485832 w 1564883"/>
                <a:gd name="connsiteY19" fmla="*/ 123244 h 1303042"/>
                <a:gd name="connsiteX20" fmla="*/ 646102 w 1564883"/>
                <a:gd name="connsiteY20" fmla="*/ 283515 h 1303042"/>
                <a:gd name="connsiteX21" fmla="*/ 485832 w 1564883"/>
                <a:gd name="connsiteY21" fmla="*/ 443785 h 1303042"/>
                <a:gd name="connsiteX22" fmla="*/ 325561 w 1564883"/>
                <a:gd name="connsiteY22" fmla="*/ 283515 h 1303042"/>
                <a:gd name="connsiteX23" fmla="*/ 485832 w 1564883"/>
                <a:gd name="connsiteY23" fmla="*/ 123244 h 1303042"/>
                <a:gd name="connsiteX24" fmla="*/ 1079051 w 1564883"/>
                <a:gd name="connsiteY24" fmla="*/ 123244 h 1303042"/>
                <a:gd name="connsiteX25" fmla="*/ 1239322 w 1564883"/>
                <a:gd name="connsiteY25" fmla="*/ 283515 h 1303042"/>
                <a:gd name="connsiteX26" fmla="*/ 1079051 w 1564883"/>
                <a:gd name="connsiteY26" fmla="*/ 443785 h 1303042"/>
                <a:gd name="connsiteX27" fmla="*/ 918781 w 1564883"/>
                <a:gd name="connsiteY27" fmla="*/ 283515 h 1303042"/>
                <a:gd name="connsiteX28" fmla="*/ 1079051 w 1564883"/>
                <a:gd name="connsiteY28" fmla="*/ 123244 h 1303042"/>
                <a:gd name="connsiteX29" fmla="*/ 1052653 w 1564883"/>
                <a:gd name="connsiteY29" fmla="*/ 533 h 1303042"/>
                <a:gd name="connsiteX30" fmla="*/ 815195 w 1564883"/>
                <a:gd name="connsiteY30" fmla="*/ 240400 h 1303042"/>
                <a:gd name="connsiteX31" fmla="*/ 783861 w 1564883"/>
                <a:gd name="connsiteY31" fmla="*/ 252090 h 1303042"/>
                <a:gd name="connsiteX32" fmla="*/ 758090 w 1564883"/>
                <a:gd name="connsiteY32" fmla="*/ 204641 h 1303042"/>
                <a:gd name="connsiteX33" fmla="*/ 512230 w 1564883"/>
                <a:gd name="connsiteY33" fmla="*/ 533 h 1303042"/>
                <a:gd name="connsiteX34" fmla="*/ 464001 w 1564883"/>
                <a:gd name="connsiteY34" fmla="*/ 1599 h 1303042"/>
                <a:gd name="connsiteX35" fmla="*/ 214151 w 1564883"/>
                <a:gd name="connsiteY35" fmla="*/ 207093 h 1303042"/>
                <a:gd name="connsiteX36" fmla="*/ 204300 w 1564883"/>
                <a:gd name="connsiteY36" fmla="*/ 273245 h 1303042"/>
                <a:gd name="connsiteX37" fmla="*/ 204197 w 1564883"/>
                <a:gd name="connsiteY37" fmla="*/ 273245 h 1303042"/>
                <a:gd name="connsiteX38" fmla="*/ 204197 w 1564883"/>
                <a:gd name="connsiteY38" fmla="*/ 273938 h 1303042"/>
                <a:gd name="connsiteX39" fmla="*/ 204196 w 1564883"/>
                <a:gd name="connsiteY39" fmla="*/ 273941 h 1303042"/>
                <a:gd name="connsiteX40" fmla="*/ 204197 w 1564883"/>
                <a:gd name="connsiteY40" fmla="*/ 273948 h 1303042"/>
                <a:gd name="connsiteX41" fmla="*/ 204197 w 1564883"/>
                <a:gd name="connsiteY41" fmla="*/ 1073769 h 1303042"/>
                <a:gd name="connsiteX42" fmla="*/ 203070 w 1564883"/>
                <a:gd name="connsiteY42" fmla="*/ 1073769 h 1303042"/>
                <a:gd name="connsiteX43" fmla="*/ 0 w 1564883"/>
                <a:gd name="connsiteY43" fmla="*/ 1200852 h 1303042"/>
                <a:gd name="connsiteX44" fmla="*/ 288229 w 1564883"/>
                <a:gd name="connsiteY44" fmla="*/ 1303042 h 1303042"/>
                <a:gd name="connsiteX45" fmla="*/ 569908 w 1564883"/>
                <a:gd name="connsiteY45" fmla="*/ 1200852 h 1303042"/>
                <a:gd name="connsiteX46" fmla="*/ 386990 w 1564883"/>
                <a:gd name="connsiteY46" fmla="*/ 1079767 h 1303042"/>
                <a:gd name="connsiteX47" fmla="*/ 366975 w 1564883"/>
                <a:gd name="connsiteY47" fmla="*/ 1074174 h 1303042"/>
                <a:gd name="connsiteX48" fmla="*/ 368148 w 1564883"/>
                <a:gd name="connsiteY48" fmla="*/ 880440 h 1303042"/>
                <a:gd name="connsiteX49" fmla="*/ 384546 w 1564883"/>
                <a:gd name="connsiteY49" fmla="*/ 864042 h 1303042"/>
                <a:gd name="connsiteX50" fmla="*/ 400945 w 1564883"/>
                <a:gd name="connsiteY50" fmla="*/ 880440 h 1303042"/>
                <a:gd name="connsiteX51" fmla="*/ 400945 w 1564883"/>
                <a:gd name="connsiteY51" fmla="*/ 1051770 h 1303042"/>
                <a:gd name="connsiteX52" fmla="*/ 558902 w 1564883"/>
                <a:gd name="connsiteY52" fmla="*/ 1137704 h 1303042"/>
                <a:gd name="connsiteX53" fmla="*/ 667351 w 1564883"/>
                <a:gd name="connsiteY53" fmla="*/ 1150232 h 1303042"/>
                <a:gd name="connsiteX54" fmla="*/ 764482 w 1564883"/>
                <a:gd name="connsiteY54" fmla="*/ 1153694 h 1303042"/>
                <a:gd name="connsiteX55" fmla="*/ 764447 w 1564883"/>
                <a:gd name="connsiteY55" fmla="*/ 1154212 h 1303042"/>
                <a:gd name="connsiteX56" fmla="*/ 772067 w 1564883"/>
                <a:gd name="connsiteY56" fmla="*/ 1153964 h 1303042"/>
                <a:gd name="connsiteX57" fmla="*/ 779005 w 1564883"/>
                <a:gd name="connsiteY57" fmla="*/ 1154212 h 1303042"/>
                <a:gd name="connsiteX58" fmla="*/ 779005 w 1564883"/>
                <a:gd name="connsiteY58" fmla="*/ 1153739 h 1303042"/>
                <a:gd name="connsiteX59" fmla="*/ 886817 w 1564883"/>
                <a:gd name="connsiteY59" fmla="*/ 1150232 h 1303042"/>
                <a:gd name="connsiteX60" fmla="*/ 1005981 w 1564883"/>
                <a:gd name="connsiteY60" fmla="*/ 1137704 h 1303042"/>
                <a:gd name="connsiteX61" fmla="*/ 1163939 w 1564883"/>
                <a:gd name="connsiteY61" fmla="*/ 1051770 h 1303042"/>
                <a:gd name="connsiteX62" fmla="*/ 1163939 w 1564883"/>
                <a:gd name="connsiteY62" fmla="*/ 880440 h 1303042"/>
                <a:gd name="connsiteX63" fmla="*/ 1180337 w 1564883"/>
                <a:gd name="connsiteY63" fmla="*/ 864042 h 1303042"/>
                <a:gd name="connsiteX64" fmla="*/ 1196735 w 1564883"/>
                <a:gd name="connsiteY64" fmla="*/ 880440 h 1303042"/>
                <a:gd name="connsiteX65" fmla="*/ 1197908 w 1564883"/>
                <a:gd name="connsiteY65" fmla="*/ 1074174 h 1303042"/>
                <a:gd name="connsiteX66" fmla="*/ 1177893 w 1564883"/>
                <a:gd name="connsiteY66" fmla="*/ 1079767 h 1303042"/>
                <a:gd name="connsiteX67" fmla="*/ 994976 w 1564883"/>
                <a:gd name="connsiteY67" fmla="*/ 1200852 h 1303042"/>
                <a:gd name="connsiteX68" fmla="*/ 1276654 w 1564883"/>
                <a:gd name="connsiteY68" fmla="*/ 1303042 h 1303042"/>
                <a:gd name="connsiteX69" fmla="*/ 1564883 w 1564883"/>
                <a:gd name="connsiteY69" fmla="*/ 1200852 h 1303042"/>
                <a:gd name="connsiteX70" fmla="*/ 1361813 w 1564883"/>
                <a:gd name="connsiteY70" fmla="*/ 1073769 h 1303042"/>
                <a:gd name="connsiteX71" fmla="*/ 1360686 w 1564883"/>
                <a:gd name="connsiteY71" fmla="*/ 1073769 h 1303042"/>
                <a:gd name="connsiteX72" fmla="*/ 1360686 w 1564883"/>
                <a:gd name="connsiteY72" fmla="*/ 273948 h 1303042"/>
                <a:gd name="connsiteX73" fmla="*/ 1360687 w 1564883"/>
                <a:gd name="connsiteY73" fmla="*/ 273941 h 1303042"/>
                <a:gd name="connsiteX74" fmla="*/ 1360686 w 1564883"/>
                <a:gd name="connsiteY74" fmla="*/ 273938 h 1303042"/>
                <a:gd name="connsiteX75" fmla="*/ 1360686 w 1564883"/>
                <a:gd name="connsiteY75" fmla="*/ 273245 h 1303042"/>
                <a:gd name="connsiteX76" fmla="*/ 1360583 w 1564883"/>
                <a:gd name="connsiteY76" fmla="*/ 273245 h 1303042"/>
                <a:gd name="connsiteX77" fmla="*/ 1350733 w 1564883"/>
                <a:gd name="connsiteY77" fmla="*/ 207093 h 1303042"/>
                <a:gd name="connsiteX78" fmla="*/ 1100882 w 1564883"/>
                <a:gd name="connsiteY78" fmla="*/ 1599 h 1303042"/>
                <a:gd name="connsiteX79" fmla="*/ 1052653 w 1564883"/>
                <a:gd name="connsiteY79" fmla="*/ 533 h 1303042"/>
                <a:gd name="connsiteX0" fmla="*/ 1266381 w 1564883"/>
                <a:gd name="connsiteY0" fmla="*/ 512472 h 1303042"/>
                <a:gd name="connsiteX1" fmla="*/ 1293440 w 1564883"/>
                <a:gd name="connsiteY1" fmla="*/ 526836 h 1303042"/>
                <a:gd name="connsiteX2" fmla="*/ 1270750 w 1564883"/>
                <a:gd name="connsiteY2" fmla="*/ 541612 h 1303042"/>
                <a:gd name="connsiteX3" fmla="*/ 1089253 w 1564883"/>
                <a:gd name="connsiteY3" fmla="*/ 685117 h 1303042"/>
                <a:gd name="connsiteX4" fmla="*/ 841262 w 1564883"/>
                <a:gd name="connsiteY4" fmla="*/ 848392 h 1303042"/>
                <a:gd name="connsiteX5" fmla="*/ 771066 w 1564883"/>
                <a:gd name="connsiteY5" fmla="*/ 851087 h 1303042"/>
                <a:gd name="connsiteX6" fmla="*/ 771015 w 1564883"/>
                <a:gd name="connsiteY6" fmla="*/ 852696 h 1303042"/>
                <a:gd name="connsiteX7" fmla="*/ 723621 w 1564883"/>
                <a:gd name="connsiteY7" fmla="*/ 848392 h 1303042"/>
                <a:gd name="connsiteX8" fmla="*/ 475630 w 1564883"/>
                <a:gd name="connsiteY8" fmla="*/ 685117 h 1303042"/>
                <a:gd name="connsiteX9" fmla="*/ 294133 w 1564883"/>
                <a:gd name="connsiteY9" fmla="*/ 541612 h 1303042"/>
                <a:gd name="connsiteX10" fmla="*/ 271443 w 1564883"/>
                <a:gd name="connsiteY10" fmla="*/ 526836 h 1303042"/>
                <a:gd name="connsiteX11" fmla="*/ 298502 w 1564883"/>
                <a:gd name="connsiteY11" fmla="*/ 512472 h 1303042"/>
                <a:gd name="connsiteX12" fmla="*/ 450355 w 1564883"/>
                <a:gd name="connsiteY12" fmla="*/ 611351 h 1303042"/>
                <a:gd name="connsiteX13" fmla="*/ 732819 w 1564883"/>
                <a:gd name="connsiteY13" fmla="*/ 744639 h 1303042"/>
                <a:gd name="connsiteX14" fmla="*/ 768705 w 1564883"/>
                <a:gd name="connsiteY14" fmla="*/ 745288 h 1303042"/>
                <a:gd name="connsiteX15" fmla="*/ 768685 w 1564883"/>
                <a:gd name="connsiteY15" fmla="*/ 747866 h 1303042"/>
                <a:gd name="connsiteX16" fmla="*/ 832064 w 1564883"/>
                <a:gd name="connsiteY16" fmla="*/ 744639 h 1303042"/>
                <a:gd name="connsiteX17" fmla="*/ 1114529 w 1564883"/>
                <a:gd name="connsiteY17" fmla="*/ 611351 h 1303042"/>
                <a:gd name="connsiteX18" fmla="*/ 1266381 w 1564883"/>
                <a:gd name="connsiteY18" fmla="*/ 512472 h 1303042"/>
                <a:gd name="connsiteX19" fmla="*/ 485832 w 1564883"/>
                <a:gd name="connsiteY19" fmla="*/ 123244 h 1303042"/>
                <a:gd name="connsiteX20" fmla="*/ 646102 w 1564883"/>
                <a:gd name="connsiteY20" fmla="*/ 283515 h 1303042"/>
                <a:gd name="connsiteX21" fmla="*/ 485832 w 1564883"/>
                <a:gd name="connsiteY21" fmla="*/ 443785 h 1303042"/>
                <a:gd name="connsiteX22" fmla="*/ 325561 w 1564883"/>
                <a:gd name="connsiteY22" fmla="*/ 283515 h 1303042"/>
                <a:gd name="connsiteX23" fmla="*/ 485832 w 1564883"/>
                <a:gd name="connsiteY23" fmla="*/ 123244 h 1303042"/>
                <a:gd name="connsiteX24" fmla="*/ 1079051 w 1564883"/>
                <a:gd name="connsiteY24" fmla="*/ 123244 h 1303042"/>
                <a:gd name="connsiteX25" fmla="*/ 1239322 w 1564883"/>
                <a:gd name="connsiteY25" fmla="*/ 283515 h 1303042"/>
                <a:gd name="connsiteX26" fmla="*/ 1079051 w 1564883"/>
                <a:gd name="connsiteY26" fmla="*/ 443785 h 1303042"/>
                <a:gd name="connsiteX27" fmla="*/ 918781 w 1564883"/>
                <a:gd name="connsiteY27" fmla="*/ 283515 h 1303042"/>
                <a:gd name="connsiteX28" fmla="*/ 1079051 w 1564883"/>
                <a:gd name="connsiteY28" fmla="*/ 123244 h 1303042"/>
                <a:gd name="connsiteX29" fmla="*/ 1052653 w 1564883"/>
                <a:gd name="connsiteY29" fmla="*/ 533 h 1303042"/>
                <a:gd name="connsiteX30" fmla="*/ 815195 w 1564883"/>
                <a:gd name="connsiteY30" fmla="*/ 240400 h 1303042"/>
                <a:gd name="connsiteX31" fmla="*/ 783861 w 1564883"/>
                <a:gd name="connsiteY31" fmla="*/ 252090 h 1303042"/>
                <a:gd name="connsiteX32" fmla="*/ 758090 w 1564883"/>
                <a:gd name="connsiteY32" fmla="*/ 204641 h 1303042"/>
                <a:gd name="connsiteX33" fmla="*/ 512230 w 1564883"/>
                <a:gd name="connsiteY33" fmla="*/ 533 h 1303042"/>
                <a:gd name="connsiteX34" fmla="*/ 464001 w 1564883"/>
                <a:gd name="connsiteY34" fmla="*/ 1599 h 1303042"/>
                <a:gd name="connsiteX35" fmla="*/ 214151 w 1564883"/>
                <a:gd name="connsiteY35" fmla="*/ 207093 h 1303042"/>
                <a:gd name="connsiteX36" fmla="*/ 204300 w 1564883"/>
                <a:gd name="connsiteY36" fmla="*/ 273245 h 1303042"/>
                <a:gd name="connsiteX37" fmla="*/ 204197 w 1564883"/>
                <a:gd name="connsiteY37" fmla="*/ 273245 h 1303042"/>
                <a:gd name="connsiteX38" fmla="*/ 204197 w 1564883"/>
                <a:gd name="connsiteY38" fmla="*/ 273938 h 1303042"/>
                <a:gd name="connsiteX39" fmla="*/ 204196 w 1564883"/>
                <a:gd name="connsiteY39" fmla="*/ 273941 h 1303042"/>
                <a:gd name="connsiteX40" fmla="*/ 204197 w 1564883"/>
                <a:gd name="connsiteY40" fmla="*/ 273948 h 1303042"/>
                <a:gd name="connsiteX41" fmla="*/ 204197 w 1564883"/>
                <a:gd name="connsiteY41" fmla="*/ 1073769 h 1303042"/>
                <a:gd name="connsiteX42" fmla="*/ 203070 w 1564883"/>
                <a:gd name="connsiteY42" fmla="*/ 1073769 h 1303042"/>
                <a:gd name="connsiteX43" fmla="*/ 0 w 1564883"/>
                <a:gd name="connsiteY43" fmla="*/ 1200852 h 1303042"/>
                <a:gd name="connsiteX44" fmla="*/ 288229 w 1564883"/>
                <a:gd name="connsiteY44" fmla="*/ 1303042 h 1303042"/>
                <a:gd name="connsiteX45" fmla="*/ 569908 w 1564883"/>
                <a:gd name="connsiteY45" fmla="*/ 1200852 h 1303042"/>
                <a:gd name="connsiteX46" fmla="*/ 386990 w 1564883"/>
                <a:gd name="connsiteY46" fmla="*/ 1079767 h 1303042"/>
                <a:gd name="connsiteX47" fmla="*/ 366975 w 1564883"/>
                <a:gd name="connsiteY47" fmla="*/ 1074174 h 1303042"/>
                <a:gd name="connsiteX48" fmla="*/ 368148 w 1564883"/>
                <a:gd name="connsiteY48" fmla="*/ 880440 h 1303042"/>
                <a:gd name="connsiteX49" fmla="*/ 384546 w 1564883"/>
                <a:gd name="connsiteY49" fmla="*/ 864042 h 1303042"/>
                <a:gd name="connsiteX50" fmla="*/ 400945 w 1564883"/>
                <a:gd name="connsiteY50" fmla="*/ 880440 h 1303042"/>
                <a:gd name="connsiteX51" fmla="*/ 400945 w 1564883"/>
                <a:gd name="connsiteY51" fmla="*/ 1051770 h 1303042"/>
                <a:gd name="connsiteX52" fmla="*/ 558902 w 1564883"/>
                <a:gd name="connsiteY52" fmla="*/ 1137704 h 1303042"/>
                <a:gd name="connsiteX53" fmla="*/ 667351 w 1564883"/>
                <a:gd name="connsiteY53" fmla="*/ 1150232 h 1303042"/>
                <a:gd name="connsiteX54" fmla="*/ 764482 w 1564883"/>
                <a:gd name="connsiteY54" fmla="*/ 1153694 h 1303042"/>
                <a:gd name="connsiteX55" fmla="*/ 764447 w 1564883"/>
                <a:gd name="connsiteY55" fmla="*/ 1154212 h 1303042"/>
                <a:gd name="connsiteX56" fmla="*/ 772067 w 1564883"/>
                <a:gd name="connsiteY56" fmla="*/ 1153964 h 1303042"/>
                <a:gd name="connsiteX57" fmla="*/ 779005 w 1564883"/>
                <a:gd name="connsiteY57" fmla="*/ 1154212 h 1303042"/>
                <a:gd name="connsiteX58" fmla="*/ 779005 w 1564883"/>
                <a:gd name="connsiteY58" fmla="*/ 1153739 h 1303042"/>
                <a:gd name="connsiteX59" fmla="*/ 886817 w 1564883"/>
                <a:gd name="connsiteY59" fmla="*/ 1150232 h 1303042"/>
                <a:gd name="connsiteX60" fmla="*/ 1005981 w 1564883"/>
                <a:gd name="connsiteY60" fmla="*/ 1137704 h 1303042"/>
                <a:gd name="connsiteX61" fmla="*/ 1163939 w 1564883"/>
                <a:gd name="connsiteY61" fmla="*/ 1051770 h 1303042"/>
                <a:gd name="connsiteX62" fmla="*/ 1163939 w 1564883"/>
                <a:gd name="connsiteY62" fmla="*/ 880440 h 1303042"/>
                <a:gd name="connsiteX63" fmla="*/ 1180337 w 1564883"/>
                <a:gd name="connsiteY63" fmla="*/ 864042 h 1303042"/>
                <a:gd name="connsiteX64" fmla="*/ 1196735 w 1564883"/>
                <a:gd name="connsiteY64" fmla="*/ 880440 h 1303042"/>
                <a:gd name="connsiteX65" fmla="*/ 1197908 w 1564883"/>
                <a:gd name="connsiteY65" fmla="*/ 1074174 h 1303042"/>
                <a:gd name="connsiteX66" fmla="*/ 1177893 w 1564883"/>
                <a:gd name="connsiteY66" fmla="*/ 1079767 h 1303042"/>
                <a:gd name="connsiteX67" fmla="*/ 994976 w 1564883"/>
                <a:gd name="connsiteY67" fmla="*/ 1200852 h 1303042"/>
                <a:gd name="connsiteX68" fmla="*/ 1276654 w 1564883"/>
                <a:gd name="connsiteY68" fmla="*/ 1303042 h 1303042"/>
                <a:gd name="connsiteX69" fmla="*/ 1564883 w 1564883"/>
                <a:gd name="connsiteY69" fmla="*/ 1200852 h 1303042"/>
                <a:gd name="connsiteX70" fmla="*/ 1361813 w 1564883"/>
                <a:gd name="connsiteY70" fmla="*/ 1073769 h 1303042"/>
                <a:gd name="connsiteX71" fmla="*/ 1360686 w 1564883"/>
                <a:gd name="connsiteY71" fmla="*/ 1073769 h 1303042"/>
                <a:gd name="connsiteX72" fmla="*/ 1360686 w 1564883"/>
                <a:gd name="connsiteY72" fmla="*/ 273948 h 1303042"/>
                <a:gd name="connsiteX73" fmla="*/ 1360687 w 1564883"/>
                <a:gd name="connsiteY73" fmla="*/ 273941 h 1303042"/>
                <a:gd name="connsiteX74" fmla="*/ 1360686 w 1564883"/>
                <a:gd name="connsiteY74" fmla="*/ 273938 h 1303042"/>
                <a:gd name="connsiteX75" fmla="*/ 1360686 w 1564883"/>
                <a:gd name="connsiteY75" fmla="*/ 273245 h 1303042"/>
                <a:gd name="connsiteX76" fmla="*/ 1360583 w 1564883"/>
                <a:gd name="connsiteY76" fmla="*/ 273245 h 1303042"/>
                <a:gd name="connsiteX77" fmla="*/ 1350733 w 1564883"/>
                <a:gd name="connsiteY77" fmla="*/ 207093 h 1303042"/>
                <a:gd name="connsiteX78" fmla="*/ 1100882 w 1564883"/>
                <a:gd name="connsiteY78" fmla="*/ 1599 h 1303042"/>
                <a:gd name="connsiteX79" fmla="*/ 1052653 w 1564883"/>
                <a:gd name="connsiteY79" fmla="*/ 533 h 1303042"/>
                <a:gd name="connsiteX0" fmla="*/ 1266381 w 1564883"/>
                <a:gd name="connsiteY0" fmla="*/ 512472 h 1303042"/>
                <a:gd name="connsiteX1" fmla="*/ 1293440 w 1564883"/>
                <a:gd name="connsiteY1" fmla="*/ 526836 h 1303042"/>
                <a:gd name="connsiteX2" fmla="*/ 1270750 w 1564883"/>
                <a:gd name="connsiteY2" fmla="*/ 541612 h 1303042"/>
                <a:gd name="connsiteX3" fmla="*/ 1089253 w 1564883"/>
                <a:gd name="connsiteY3" fmla="*/ 685117 h 1303042"/>
                <a:gd name="connsiteX4" fmla="*/ 841262 w 1564883"/>
                <a:gd name="connsiteY4" fmla="*/ 848392 h 1303042"/>
                <a:gd name="connsiteX5" fmla="*/ 771066 w 1564883"/>
                <a:gd name="connsiteY5" fmla="*/ 851087 h 1303042"/>
                <a:gd name="connsiteX6" fmla="*/ 771015 w 1564883"/>
                <a:gd name="connsiteY6" fmla="*/ 852696 h 1303042"/>
                <a:gd name="connsiteX7" fmla="*/ 723621 w 1564883"/>
                <a:gd name="connsiteY7" fmla="*/ 848392 h 1303042"/>
                <a:gd name="connsiteX8" fmla="*/ 475630 w 1564883"/>
                <a:gd name="connsiteY8" fmla="*/ 685117 h 1303042"/>
                <a:gd name="connsiteX9" fmla="*/ 294133 w 1564883"/>
                <a:gd name="connsiteY9" fmla="*/ 541612 h 1303042"/>
                <a:gd name="connsiteX10" fmla="*/ 271443 w 1564883"/>
                <a:gd name="connsiteY10" fmla="*/ 526836 h 1303042"/>
                <a:gd name="connsiteX11" fmla="*/ 298502 w 1564883"/>
                <a:gd name="connsiteY11" fmla="*/ 512472 h 1303042"/>
                <a:gd name="connsiteX12" fmla="*/ 450355 w 1564883"/>
                <a:gd name="connsiteY12" fmla="*/ 611351 h 1303042"/>
                <a:gd name="connsiteX13" fmla="*/ 732819 w 1564883"/>
                <a:gd name="connsiteY13" fmla="*/ 744639 h 1303042"/>
                <a:gd name="connsiteX14" fmla="*/ 768705 w 1564883"/>
                <a:gd name="connsiteY14" fmla="*/ 745288 h 1303042"/>
                <a:gd name="connsiteX15" fmla="*/ 768685 w 1564883"/>
                <a:gd name="connsiteY15" fmla="*/ 747866 h 1303042"/>
                <a:gd name="connsiteX16" fmla="*/ 832064 w 1564883"/>
                <a:gd name="connsiteY16" fmla="*/ 744639 h 1303042"/>
                <a:gd name="connsiteX17" fmla="*/ 1114529 w 1564883"/>
                <a:gd name="connsiteY17" fmla="*/ 611351 h 1303042"/>
                <a:gd name="connsiteX18" fmla="*/ 1266381 w 1564883"/>
                <a:gd name="connsiteY18" fmla="*/ 512472 h 1303042"/>
                <a:gd name="connsiteX19" fmla="*/ 485832 w 1564883"/>
                <a:gd name="connsiteY19" fmla="*/ 123244 h 1303042"/>
                <a:gd name="connsiteX20" fmla="*/ 646102 w 1564883"/>
                <a:gd name="connsiteY20" fmla="*/ 283515 h 1303042"/>
                <a:gd name="connsiteX21" fmla="*/ 485832 w 1564883"/>
                <a:gd name="connsiteY21" fmla="*/ 443785 h 1303042"/>
                <a:gd name="connsiteX22" fmla="*/ 325561 w 1564883"/>
                <a:gd name="connsiteY22" fmla="*/ 283515 h 1303042"/>
                <a:gd name="connsiteX23" fmla="*/ 485832 w 1564883"/>
                <a:gd name="connsiteY23" fmla="*/ 123244 h 1303042"/>
                <a:gd name="connsiteX24" fmla="*/ 1079051 w 1564883"/>
                <a:gd name="connsiteY24" fmla="*/ 123244 h 1303042"/>
                <a:gd name="connsiteX25" fmla="*/ 1239322 w 1564883"/>
                <a:gd name="connsiteY25" fmla="*/ 283515 h 1303042"/>
                <a:gd name="connsiteX26" fmla="*/ 1079051 w 1564883"/>
                <a:gd name="connsiteY26" fmla="*/ 443785 h 1303042"/>
                <a:gd name="connsiteX27" fmla="*/ 918781 w 1564883"/>
                <a:gd name="connsiteY27" fmla="*/ 283515 h 1303042"/>
                <a:gd name="connsiteX28" fmla="*/ 1079051 w 1564883"/>
                <a:gd name="connsiteY28" fmla="*/ 123244 h 1303042"/>
                <a:gd name="connsiteX29" fmla="*/ 1052653 w 1564883"/>
                <a:gd name="connsiteY29" fmla="*/ 533 h 1303042"/>
                <a:gd name="connsiteX30" fmla="*/ 815195 w 1564883"/>
                <a:gd name="connsiteY30" fmla="*/ 240400 h 1303042"/>
                <a:gd name="connsiteX31" fmla="*/ 758090 w 1564883"/>
                <a:gd name="connsiteY31" fmla="*/ 204641 h 1303042"/>
                <a:gd name="connsiteX32" fmla="*/ 512230 w 1564883"/>
                <a:gd name="connsiteY32" fmla="*/ 533 h 1303042"/>
                <a:gd name="connsiteX33" fmla="*/ 464001 w 1564883"/>
                <a:gd name="connsiteY33" fmla="*/ 1599 h 1303042"/>
                <a:gd name="connsiteX34" fmla="*/ 214151 w 1564883"/>
                <a:gd name="connsiteY34" fmla="*/ 207093 h 1303042"/>
                <a:gd name="connsiteX35" fmla="*/ 204300 w 1564883"/>
                <a:gd name="connsiteY35" fmla="*/ 273245 h 1303042"/>
                <a:gd name="connsiteX36" fmla="*/ 204197 w 1564883"/>
                <a:gd name="connsiteY36" fmla="*/ 273245 h 1303042"/>
                <a:gd name="connsiteX37" fmla="*/ 204197 w 1564883"/>
                <a:gd name="connsiteY37" fmla="*/ 273938 h 1303042"/>
                <a:gd name="connsiteX38" fmla="*/ 204196 w 1564883"/>
                <a:gd name="connsiteY38" fmla="*/ 273941 h 1303042"/>
                <a:gd name="connsiteX39" fmla="*/ 204197 w 1564883"/>
                <a:gd name="connsiteY39" fmla="*/ 273948 h 1303042"/>
                <a:gd name="connsiteX40" fmla="*/ 204197 w 1564883"/>
                <a:gd name="connsiteY40" fmla="*/ 1073769 h 1303042"/>
                <a:gd name="connsiteX41" fmla="*/ 203070 w 1564883"/>
                <a:gd name="connsiteY41" fmla="*/ 1073769 h 1303042"/>
                <a:gd name="connsiteX42" fmla="*/ 0 w 1564883"/>
                <a:gd name="connsiteY42" fmla="*/ 1200852 h 1303042"/>
                <a:gd name="connsiteX43" fmla="*/ 288229 w 1564883"/>
                <a:gd name="connsiteY43" fmla="*/ 1303042 h 1303042"/>
                <a:gd name="connsiteX44" fmla="*/ 569908 w 1564883"/>
                <a:gd name="connsiteY44" fmla="*/ 1200852 h 1303042"/>
                <a:gd name="connsiteX45" fmla="*/ 386990 w 1564883"/>
                <a:gd name="connsiteY45" fmla="*/ 1079767 h 1303042"/>
                <a:gd name="connsiteX46" fmla="*/ 366975 w 1564883"/>
                <a:gd name="connsiteY46" fmla="*/ 1074174 h 1303042"/>
                <a:gd name="connsiteX47" fmla="*/ 368148 w 1564883"/>
                <a:gd name="connsiteY47" fmla="*/ 880440 h 1303042"/>
                <a:gd name="connsiteX48" fmla="*/ 384546 w 1564883"/>
                <a:gd name="connsiteY48" fmla="*/ 864042 h 1303042"/>
                <a:gd name="connsiteX49" fmla="*/ 400945 w 1564883"/>
                <a:gd name="connsiteY49" fmla="*/ 880440 h 1303042"/>
                <a:gd name="connsiteX50" fmla="*/ 400945 w 1564883"/>
                <a:gd name="connsiteY50" fmla="*/ 1051770 h 1303042"/>
                <a:gd name="connsiteX51" fmla="*/ 558902 w 1564883"/>
                <a:gd name="connsiteY51" fmla="*/ 1137704 h 1303042"/>
                <a:gd name="connsiteX52" fmla="*/ 667351 w 1564883"/>
                <a:gd name="connsiteY52" fmla="*/ 1150232 h 1303042"/>
                <a:gd name="connsiteX53" fmla="*/ 764482 w 1564883"/>
                <a:gd name="connsiteY53" fmla="*/ 1153694 h 1303042"/>
                <a:gd name="connsiteX54" fmla="*/ 764447 w 1564883"/>
                <a:gd name="connsiteY54" fmla="*/ 1154212 h 1303042"/>
                <a:gd name="connsiteX55" fmla="*/ 772067 w 1564883"/>
                <a:gd name="connsiteY55" fmla="*/ 1153964 h 1303042"/>
                <a:gd name="connsiteX56" fmla="*/ 779005 w 1564883"/>
                <a:gd name="connsiteY56" fmla="*/ 1154212 h 1303042"/>
                <a:gd name="connsiteX57" fmla="*/ 779005 w 1564883"/>
                <a:gd name="connsiteY57" fmla="*/ 1153739 h 1303042"/>
                <a:gd name="connsiteX58" fmla="*/ 886817 w 1564883"/>
                <a:gd name="connsiteY58" fmla="*/ 1150232 h 1303042"/>
                <a:gd name="connsiteX59" fmla="*/ 1005981 w 1564883"/>
                <a:gd name="connsiteY59" fmla="*/ 1137704 h 1303042"/>
                <a:gd name="connsiteX60" fmla="*/ 1163939 w 1564883"/>
                <a:gd name="connsiteY60" fmla="*/ 1051770 h 1303042"/>
                <a:gd name="connsiteX61" fmla="*/ 1163939 w 1564883"/>
                <a:gd name="connsiteY61" fmla="*/ 880440 h 1303042"/>
                <a:gd name="connsiteX62" fmla="*/ 1180337 w 1564883"/>
                <a:gd name="connsiteY62" fmla="*/ 864042 h 1303042"/>
                <a:gd name="connsiteX63" fmla="*/ 1196735 w 1564883"/>
                <a:gd name="connsiteY63" fmla="*/ 880440 h 1303042"/>
                <a:gd name="connsiteX64" fmla="*/ 1197908 w 1564883"/>
                <a:gd name="connsiteY64" fmla="*/ 1074174 h 1303042"/>
                <a:gd name="connsiteX65" fmla="*/ 1177893 w 1564883"/>
                <a:gd name="connsiteY65" fmla="*/ 1079767 h 1303042"/>
                <a:gd name="connsiteX66" fmla="*/ 994976 w 1564883"/>
                <a:gd name="connsiteY66" fmla="*/ 1200852 h 1303042"/>
                <a:gd name="connsiteX67" fmla="*/ 1276654 w 1564883"/>
                <a:gd name="connsiteY67" fmla="*/ 1303042 h 1303042"/>
                <a:gd name="connsiteX68" fmla="*/ 1564883 w 1564883"/>
                <a:gd name="connsiteY68" fmla="*/ 1200852 h 1303042"/>
                <a:gd name="connsiteX69" fmla="*/ 1361813 w 1564883"/>
                <a:gd name="connsiteY69" fmla="*/ 1073769 h 1303042"/>
                <a:gd name="connsiteX70" fmla="*/ 1360686 w 1564883"/>
                <a:gd name="connsiteY70" fmla="*/ 1073769 h 1303042"/>
                <a:gd name="connsiteX71" fmla="*/ 1360686 w 1564883"/>
                <a:gd name="connsiteY71" fmla="*/ 273948 h 1303042"/>
                <a:gd name="connsiteX72" fmla="*/ 1360687 w 1564883"/>
                <a:gd name="connsiteY72" fmla="*/ 273941 h 1303042"/>
                <a:gd name="connsiteX73" fmla="*/ 1360686 w 1564883"/>
                <a:gd name="connsiteY73" fmla="*/ 273938 h 1303042"/>
                <a:gd name="connsiteX74" fmla="*/ 1360686 w 1564883"/>
                <a:gd name="connsiteY74" fmla="*/ 273245 h 1303042"/>
                <a:gd name="connsiteX75" fmla="*/ 1360583 w 1564883"/>
                <a:gd name="connsiteY75" fmla="*/ 273245 h 1303042"/>
                <a:gd name="connsiteX76" fmla="*/ 1350733 w 1564883"/>
                <a:gd name="connsiteY76" fmla="*/ 207093 h 1303042"/>
                <a:gd name="connsiteX77" fmla="*/ 1100882 w 1564883"/>
                <a:gd name="connsiteY77" fmla="*/ 1599 h 1303042"/>
                <a:gd name="connsiteX78" fmla="*/ 1052653 w 1564883"/>
                <a:gd name="connsiteY78" fmla="*/ 533 h 1303042"/>
                <a:gd name="connsiteX0" fmla="*/ 1266381 w 1564883"/>
                <a:gd name="connsiteY0" fmla="*/ 512472 h 1303042"/>
                <a:gd name="connsiteX1" fmla="*/ 1293440 w 1564883"/>
                <a:gd name="connsiteY1" fmla="*/ 526836 h 1303042"/>
                <a:gd name="connsiteX2" fmla="*/ 1270750 w 1564883"/>
                <a:gd name="connsiteY2" fmla="*/ 541612 h 1303042"/>
                <a:gd name="connsiteX3" fmla="*/ 1089253 w 1564883"/>
                <a:gd name="connsiteY3" fmla="*/ 685117 h 1303042"/>
                <a:gd name="connsiteX4" fmla="*/ 841262 w 1564883"/>
                <a:gd name="connsiteY4" fmla="*/ 848392 h 1303042"/>
                <a:gd name="connsiteX5" fmla="*/ 771066 w 1564883"/>
                <a:gd name="connsiteY5" fmla="*/ 851087 h 1303042"/>
                <a:gd name="connsiteX6" fmla="*/ 771015 w 1564883"/>
                <a:gd name="connsiteY6" fmla="*/ 852696 h 1303042"/>
                <a:gd name="connsiteX7" fmla="*/ 723621 w 1564883"/>
                <a:gd name="connsiteY7" fmla="*/ 848392 h 1303042"/>
                <a:gd name="connsiteX8" fmla="*/ 475630 w 1564883"/>
                <a:gd name="connsiteY8" fmla="*/ 685117 h 1303042"/>
                <a:gd name="connsiteX9" fmla="*/ 294133 w 1564883"/>
                <a:gd name="connsiteY9" fmla="*/ 541612 h 1303042"/>
                <a:gd name="connsiteX10" fmla="*/ 271443 w 1564883"/>
                <a:gd name="connsiteY10" fmla="*/ 526836 h 1303042"/>
                <a:gd name="connsiteX11" fmla="*/ 298502 w 1564883"/>
                <a:gd name="connsiteY11" fmla="*/ 512472 h 1303042"/>
                <a:gd name="connsiteX12" fmla="*/ 450355 w 1564883"/>
                <a:gd name="connsiteY12" fmla="*/ 611351 h 1303042"/>
                <a:gd name="connsiteX13" fmla="*/ 732819 w 1564883"/>
                <a:gd name="connsiteY13" fmla="*/ 744639 h 1303042"/>
                <a:gd name="connsiteX14" fmla="*/ 768705 w 1564883"/>
                <a:gd name="connsiteY14" fmla="*/ 745288 h 1303042"/>
                <a:gd name="connsiteX15" fmla="*/ 768685 w 1564883"/>
                <a:gd name="connsiteY15" fmla="*/ 747866 h 1303042"/>
                <a:gd name="connsiteX16" fmla="*/ 832064 w 1564883"/>
                <a:gd name="connsiteY16" fmla="*/ 744639 h 1303042"/>
                <a:gd name="connsiteX17" fmla="*/ 1114529 w 1564883"/>
                <a:gd name="connsiteY17" fmla="*/ 611351 h 1303042"/>
                <a:gd name="connsiteX18" fmla="*/ 1266381 w 1564883"/>
                <a:gd name="connsiteY18" fmla="*/ 512472 h 1303042"/>
                <a:gd name="connsiteX19" fmla="*/ 485832 w 1564883"/>
                <a:gd name="connsiteY19" fmla="*/ 123244 h 1303042"/>
                <a:gd name="connsiteX20" fmla="*/ 646102 w 1564883"/>
                <a:gd name="connsiteY20" fmla="*/ 283515 h 1303042"/>
                <a:gd name="connsiteX21" fmla="*/ 485832 w 1564883"/>
                <a:gd name="connsiteY21" fmla="*/ 443785 h 1303042"/>
                <a:gd name="connsiteX22" fmla="*/ 325561 w 1564883"/>
                <a:gd name="connsiteY22" fmla="*/ 283515 h 1303042"/>
                <a:gd name="connsiteX23" fmla="*/ 485832 w 1564883"/>
                <a:gd name="connsiteY23" fmla="*/ 123244 h 1303042"/>
                <a:gd name="connsiteX24" fmla="*/ 1079051 w 1564883"/>
                <a:gd name="connsiteY24" fmla="*/ 123244 h 1303042"/>
                <a:gd name="connsiteX25" fmla="*/ 1239322 w 1564883"/>
                <a:gd name="connsiteY25" fmla="*/ 283515 h 1303042"/>
                <a:gd name="connsiteX26" fmla="*/ 1079051 w 1564883"/>
                <a:gd name="connsiteY26" fmla="*/ 443785 h 1303042"/>
                <a:gd name="connsiteX27" fmla="*/ 918781 w 1564883"/>
                <a:gd name="connsiteY27" fmla="*/ 283515 h 1303042"/>
                <a:gd name="connsiteX28" fmla="*/ 1079051 w 1564883"/>
                <a:gd name="connsiteY28" fmla="*/ 123244 h 1303042"/>
                <a:gd name="connsiteX29" fmla="*/ 1052653 w 1564883"/>
                <a:gd name="connsiteY29" fmla="*/ 533 h 1303042"/>
                <a:gd name="connsiteX30" fmla="*/ 817577 w 1564883"/>
                <a:gd name="connsiteY30" fmla="*/ 223731 h 1303042"/>
                <a:gd name="connsiteX31" fmla="*/ 758090 w 1564883"/>
                <a:gd name="connsiteY31" fmla="*/ 204641 h 1303042"/>
                <a:gd name="connsiteX32" fmla="*/ 512230 w 1564883"/>
                <a:gd name="connsiteY32" fmla="*/ 533 h 1303042"/>
                <a:gd name="connsiteX33" fmla="*/ 464001 w 1564883"/>
                <a:gd name="connsiteY33" fmla="*/ 1599 h 1303042"/>
                <a:gd name="connsiteX34" fmla="*/ 214151 w 1564883"/>
                <a:gd name="connsiteY34" fmla="*/ 207093 h 1303042"/>
                <a:gd name="connsiteX35" fmla="*/ 204300 w 1564883"/>
                <a:gd name="connsiteY35" fmla="*/ 273245 h 1303042"/>
                <a:gd name="connsiteX36" fmla="*/ 204197 w 1564883"/>
                <a:gd name="connsiteY36" fmla="*/ 273245 h 1303042"/>
                <a:gd name="connsiteX37" fmla="*/ 204197 w 1564883"/>
                <a:gd name="connsiteY37" fmla="*/ 273938 h 1303042"/>
                <a:gd name="connsiteX38" fmla="*/ 204196 w 1564883"/>
                <a:gd name="connsiteY38" fmla="*/ 273941 h 1303042"/>
                <a:gd name="connsiteX39" fmla="*/ 204197 w 1564883"/>
                <a:gd name="connsiteY39" fmla="*/ 273948 h 1303042"/>
                <a:gd name="connsiteX40" fmla="*/ 204197 w 1564883"/>
                <a:gd name="connsiteY40" fmla="*/ 1073769 h 1303042"/>
                <a:gd name="connsiteX41" fmla="*/ 203070 w 1564883"/>
                <a:gd name="connsiteY41" fmla="*/ 1073769 h 1303042"/>
                <a:gd name="connsiteX42" fmla="*/ 0 w 1564883"/>
                <a:gd name="connsiteY42" fmla="*/ 1200852 h 1303042"/>
                <a:gd name="connsiteX43" fmla="*/ 288229 w 1564883"/>
                <a:gd name="connsiteY43" fmla="*/ 1303042 h 1303042"/>
                <a:gd name="connsiteX44" fmla="*/ 569908 w 1564883"/>
                <a:gd name="connsiteY44" fmla="*/ 1200852 h 1303042"/>
                <a:gd name="connsiteX45" fmla="*/ 386990 w 1564883"/>
                <a:gd name="connsiteY45" fmla="*/ 1079767 h 1303042"/>
                <a:gd name="connsiteX46" fmla="*/ 366975 w 1564883"/>
                <a:gd name="connsiteY46" fmla="*/ 1074174 h 1303042"/>
                <a:gd name="connsiteX47" fmla="*/ 368148 w 1564883"/>
                <a:gd name="connsiteY47" fmla="*/ 880440 h 1303042"/>
                <a:gd name="connsiteX48" fmla="*/ 384546 w 1564883"/>
                <a:gd name="connsiteY48" fmla="*/ 864042 h 1303042"/>
                <a:gd name="connsiteX49" fmla="*/ 400945 w 1564883"/>
                <a:gd name="connsiteY49" fmla="*/ 880440 h 1303042"/>
                <a:gd name="connsiteX50" fmla="*/ 400945 w 1564883"/>
                <a:gd name="connsiteY50" fmla="*/ 1051770 h 1303042"/>
                <a:gd name="connsiteX51" fmla="*/ 558902 w 1564883"/>
                <a:gd name="connsiteY51" fmla="*/ 1137704 h 1303042"/>
                <a:gd name="connsiteX52" fmla="*/ 667351 w 1564883"/>
                <a:gd name="connsiteY52" fmla="*/ 1150232 h 1303042"/>
                <a:gd name="connsiteX53" fmla="*/ 764482 w 1564883"/>
                <a:gd name="connsiteY53" fmla="*/ 1153694 h 1303042"/>
                <a:gd name="connsiteX54" fmla="*/ 764447 w 1564883"/>
                <a:gd name="connsiteY54" fmla="*/ 1154212 h 1303042"/>
                <a:gd name="connsiteX55" fmla="*/ 772067 w 1564883"/>
                <a:gd name="connsiteY55" fmla="*/ 1153964 h 1303042"/>
                <a:gd name="connsiteX56" fmla="*/ 779005 w 1564883"/>
                <a:gd name="connsiteY56" fmla="*/ 1154212 h 1303042"/>
                <a:gd name="connsiteX57" fmla="*/ 779005 w 1564883"/>
                <a:gd name="connsiteY57" fmla="*/ 1153739 h 1303042"/>
                <a:gd name="connsiteX58" fmla="*/ 886817 w 1564883"/>
                <a:gd name="connsiteY58" fmla="*/ 1150232 h 1303042"/>
                <a:gd name="connsiteX59" fmla="*/ 1005981 w 1564883"/>
                <a:gd name="connsiteY59" fmla="*/ 1137704 h 1303042"/>
                <a:gd name="connsiteX60" fmla="*/ 1163939 w 1564883"/>
                <a:gd name="connsiteY60" fmla="*/ 1051770 h 1303042"/>
                <a:gd name="connsiteX61" fmla="*/ 1163939 w 1564883"/>
                <a:gd name="connsiteY61" fmla="*/ 880440 h 1303042"/>
                <a:gd name="connsiteX62" fmla="*/ 1180337 w 1564883"/>
                <a:gd name="connsiteY62" fmla="*/ 864042 h 1303042"/>
                <a:gd name="connsiteX63" fmla="*/ 1196735 w 1564883"/>
                <a:gd name="connsiteY63" fmla="*/ 880440 h 1303042"/>
                <a:gd name="connsiteX64" fmla="*/ 1197908 w 1564883"/>
                <a:gd name="connsiteY64" fmla="*/ 1074174 h 1303042"/>
                <a:gd name="connsiteX65" fmla="*/ 1177893 w 1564883"/>
                <a:gd name="connsiteY65" fmla="*/ 1079767 h 1303042"/>
                <a:gd name="connsiteX66" fmla="*/ 994976 w 1564883"/>
                <a:gd name="connsiteY66" fmla="*/ 1200852 h 1303042"/>
                <a:gd name="connsiteX67" fmla="*/ 1276654 w 1564883"/>
                <a:gd name="connsiteY67" fmla="*/ 1303042 h 1303042"/>
                <a:gd name="connsiteX68" fmla="*/ 1564883 w 1564883"/>
                <a:gd name="connsiteY68" fmla="*/ 1200852 h 1303042"/>
                <a:gd name="connsiteX69" fmla="*/ 1361813 w 1564883"/>
                <a:gd name="connsiteY69" fmla="*/ 1073769 h 1303042"/>
                <a:gd name="connsiteX70" fmla="*/ 1360686 w 1564883"/>
                <a:gd name="connsiteY70" fmla="*/ 1073769 h 1303042"/>
                <a:gd name="connsiteX71" fmla="*/ 1360686 w 1564883"/>
                <a:gd name="connsiteY71" fmla="*/ 273948 h 1303042"/>
                <a:gd name="connsiteX72" fmla="*/ 1360687 w 1564883"/>
                <a:gd name="connsiteY72" fmla="*/ 273941 h 1303042"/>
                <a:gd name="connsiteX73" fmla="*/ 1360686 w 1564883"/>
                <a:gd name="connsiteY73" fmla="*/ 273938 h 1303042"/>
                <a:gd name="connsiteX74" fmla="*/ 1360686 w 1564883"/>
                <a:gd name="connsiteY74" fmla="*/ 273245 h 1303042"/>
                <a:gd name="connsiteX75" fmla="*/ 1360583 w 1564883"/>
                <a:gd name="connsiteY75" fmla="*/ 273245 h 1303042"/>
                <a:gd name="connsiteX76" fmla="*/ 1350733 w 1564883"/>
                <a:gd name="connsiteY76" fmla="*/ 207093 h 1303042"/>
                <a:gd name="connsiteX77" fmla="*/ 1100882 w 1564883"/>
                <a:gd name="connsiteY77" fmla="*/ 1599 h 1303042"/>
                <a:gd name="connsiteX78" fmla="*/ 1052653 w 1564883"/>
                <a:gd name="connsiteY78" fmla="*/ 533 h 1303042"/>
                <a:gd name="connsiteX0" fmla="*/ 1266381 w 1564883"/>
                <a:gd name="connsiteY0" fmla="*/ 528481 h 1319051"/>
                <a:gd name="connsiteX1" fmla="*/ 1293440 w 1564883"/>
                <a:gd name="connsiteY1" fmla="*/ 542845 h 1319051"/>
                <a:gd name="connsiteX2" fmla="*/ 1270750 w 1564883"/>
                <a:gd name="connsiteY2" fmla="*/ 557621 h 1319051"/>
                <a:gd name="connsiteX3" fmla="*/ 1089253 w 1564883"/>
                <a:gd name="connsiteY3" fmla="*/ 701126 h 1319051"/>
                <a:gd name="connsiteX4" fmla="*/ 841262 w 1564883"/>
                <a:gd name="connsiteY4" fmla="*/ 864401 h 1319051"/>
                <a:gd name="connsiteX5" fmla="*/ 771066 w 1564883"/>
                <a:gd name="connsiteY5" fmla="*/ 867096 h 1319051"/>
                <a:gd name="connsiteX6" fmla="*/ 771015 w 1564883"/>
                <a:gd name="connsiteY6" fmla="*/ 868705 h 1319051"/>
                <a:gd name="connsiteX7" fmla="*/ 723621 w 1564883"/>
                <a:gd name="connsiteY7" fmla="*/ 864401 h 1319051"/>
                <a:gd name="connsiteX8" fmla="*/ 475630 w 1564883"/>
                <a:gd name="connsiteY8" fmla="*/ 701126 h 1319051"/>
                <a:gd name="connsiteX9" fmla="*/ 294133 w 1564883"/>
                <a:gd name="connsiteY9" fmla="*/ 557621 h 1319051"/>
                <a:gd name="connsiteX10" fmla="*/ 271443 w 1564883"/>
                <a:gd name="connsiteY10" fmla="*/ 542845 h 1319051"/>
                <a:gd name="connsiteX11" fmla="*/ 298502 w 1564883"/>
                <a:gd name="connsiteY11" fmla="*/ 528481 h 1319051"/>
                <a:gd name="connsiteX12" fmla="*/ 450355 w 1564883"/>
                <a:gd name="connsiteY12" fmla="*/ 627360 h 1319051"/>
                <a:gd name="connsiteX13" fmla="*/ 732819 w 1564883"/>
                <a:gd name="connsiteY13" fmla="*/ 760648 h 1319051"/>
                <a:gd name="connsiteX14" fmla="*/ 768705 w 1564883"/>
                <a:gd name="connsiteY14" fmla="*/ 761297 h 1319051"/>
                <a:gd name="connsiteX15" fmla="*/ 768685 w 1564883"/>
                <a:gd name="connsiteY15" fmla="*/ 763875 h 1319051"/>
                <a:gd name="connsiteX16" fmla="*/ 832064 w 1564883"/>
                <a:gd name="connsiteY16" fmla="*/ 760648 h 1319051"/>
                <a:gd name="connsiteX17" fmla="*/ 1114529 w 1564883"/>
                <a:gd name="connsiteY17" fmla="*/ 627360 h 1319051"/>
                <a:gd name="connsiteX18" fmla="*/ 1266381 w 1564883"/>
                <a:gd name="connsiteY18" fmla="*/ 528481 h 1319051"/>
                <a:gd name="connsiteX19" fmla="*/ 485832 w 1564883"/>
                <a:gd name="connsiteY19" fmla="*/ 139253 h 1319051"/>
                <a:gd name="connsiteX20" fmla="*/ 646102 w 1564883"/>
                <a:gd name="connsiteY20" fmla="*/ 299524 h 1319051"/>
                <a:gd name="connsiteX21" fmla="*/ 485832 w 1564883"/>
                <a:gd name="connsiteY21" fmla="*/ 459794 h 1319051"/>
                <a:gd name="connsiteX22" fmla="*/ 325561 w 1564883"/>
                <a:gd name="connsiteY22" fmla="*/ 299524 h 1319051"/>
                <a:gd name="connsiteX23" fmla="*/ 485832 w 1564883"/>
                <a:gd name="connsiteY23" fmla="*/ 139253 h 1319051"/>
                <a:gd name="connsiteX24" fmla="*/ 1079051 w 1564883"/>
                <a:gd name="connsiteY24" fmla="*/ 139253 h 1319051"/>
                <a:gd name="connsiteX25" fmla="*/ 1239322 w 1564883"/>
                <a:gd name="connsiteY25" fmla="*/ 299524 h 1319051"/>
                <a:gd name="connsiteX26" fmla="*/ 1079051 w 1564883"/>
                <a:gd name="connsiteY26" fmla="*/ 459794 h 1319051"/>
                <a:gd name="connsiteX27" fmla="*/ 918781 w 1564883"/>
                <a:gd name="connsiteY27" fmla="*/ 299524 h 1319051"/>
                <a:gd name="connsiteX28" fmla="*/ 1079051 w 1564883"/>
                <a:gd name="connsiteY28" fmla="*/ 139253 h 1319051"/>
                <a:gd name="connsiteX29" fmla="*/ 1052653 w 1564883"/>
                <a:gd name="connsiteY29" fmla="*/ 16542 h 1319051"/>
                <a:gd name="connsiteX30" fmla="*/ 817577 w 1564883"/>
                <a:gd name="connsiteY30" fmla="*/ 239740 h 1319051"/>
                <a:gd name="connsiteX31" fmla="*/ 755709 w 1564883"/>
                <a:gd name="connsiteY31" fmla="*/ 239700 h 1319051"/>
                <a:gd name="connsiteX32" fmla="*/ 512230 w 1564883"/>
                <a:gd name="connsiteY32" fmla="*/ 16542 h 1319051"/>
                <a:gd name="connsiteX33" fmla="*/ 464001 w 1564883"/>
                <a:gd name="connsiteY33" fmla="*/ 17608 h 1319051"/>
                <a:gd name="connsiteX34" fmla="*/ 214151 w 1564883"/>
                <a:gd name="connsiteY34" fmla="*/ 223102 h 1319051"/>
                <a:gd name="connsiteX35" fmla="*/ 204300 w 1564883"/>
                <a:gd name="connsiteY35" fmla="*/ 289254 h 1319051"/>
                <a:gd name="connsiteX36" fmla="*/ 204197 w 1564883"/>
                <a:gd name="connsiteY36" fmla="*/ 289254 h 1319051"/>
                <a:gd name="connsiteX37" fmla="*/ 204197 w 1564883"/>
                <a:gd name="connsiteY37" fmla="*/ 289947 h 1319051"/>
                <a:gd name="connsiteX38" fmla="*/ 204196 w 1564883"/>
                <a:gd name="connsiteY38" fmla="*/ 289950 h 1319051"/>
                <a:gd name="connsiteX39" fmla="*/ 204197 w 1564883"/>
                <a:gd name="connsiteY39" fmla="*/ 289957 h 1319051"/>
                <a:gd name="connsiteX40" fmla="*/ 204197 w 1564883"/>
                <a:gd name="connsiteY40" fmla="*/ 1089778 h 1319051"/>
                <a:gd name="connsiteX41" fmla="*/ 203070 w 1564883"/>
                <a:gd name="connsiteY41" fmla="*/ 1089778 h 1319051"/>
                <a:gd name="connsiteX42" fmla="*/ 0 w 1564883"/>
                <a:gd name="connsiteY42" fmla="*/ 1216861 h 1319051"/>
                <a:gd name="connsiteX43" fmla="*/ 288229 w 1564883"/>
                <a:gd name="connsiteY43" fmla="*/ 1319051 h 1319051"/>
                <a:gd name="connsiteX44" fmla="*/ 569908 w 1564883"/>
                <a:gd name="connsiteY44" fmla="*/ 1216861 h 1319051"/>
                <a:gd name="connsiteX45" fmla="*/ 386990 w 1564883"/>
                <a:gd name="connsiteY45" fmla="*/ 1095776 h 1319051"/>
                <a:gd name="connsiteX46" fmla="*/ 366975 w 1564883"/>
                <a:gd name="connsiteY46" fmla="*/ 1090183 h 1319051"/>
                <a:gd name="connsiteX47" fmla="*/ 368148 w 1564883"/>
                <a:gd name="connsiteY47" fmla="*/ 896449 h 1319051"/>
                <a:gd name="connsiteX48" fmla="*/ 384546 w 1564883"/>
                <a:gd name="connsiteY48" fmla="*/ 880051 h 1319051"/>
                <a:gd name="connsiteX49" fmla="*/ 400945 w 1564883"/>
                <a:gd name="connsiteY49" fmla="*/ 896449 h 1319051"/>
                <a:gd name="connsiteX50" fmla="*/ 400945 w 1564883"/>
                <a:gd name="connsiteY50" fmla="*/ 1067779 h 1319051"/>
                <a:gd name="connsiteX51" fmla="*/ 558902 w 1564883"/>
                <a:gd name="connsiteY51" fmla="*/ 1153713 h 1319051"/>
                <a:gd name="connsiteX52" fmla="*/ 667351 w 1564883"/>
                <a:gd name="connsiteY52" fmla="*/ 1166241 h 1319051"/>
                <a:gd name="connsiteX53" fmla="*/ 764482 w 1564883"/>
                <a:gd name="connsiteY53" fmla="*/ 1169703 h 1319051"/>
                <a:gd name="connsiteX54" fmla="*/ 764447 w 1564883"/>
                <a:gd name="connsiteY54" fmla="*/ 1170221 h 1319051"/>
                <a:gd name="connsiteX55" fmla="*/ 772067 w 1564883"/>
                <a:gd name="connsiteY55" fmla="*/ 1169973 h 1319051"/>
                <a:gd name="connsiteX56" fmla="*/ 779005 w 1564883"/>
                <a:gd name="connsiteY56" fmla="*/ 1170221 h 1319051"/>
                <a:gd name="connsiteX57" fmla="*/ 779005 w 1564883"/>
                <a:gd name="connsiteY57" fmla="*/ 1169748 h 1319051"/>
                <a:gd name="connsiteX58" fmla="*/ 886817 w 1564883"/>
                <a:gd name="connsiteY58" fmla="*/ 1166241 h 1319051"/>
                <a:gd name="connsiteX59" fmla="*/ 1005981 w 1564883"/>
                <a:gd name="connsiteY59" fmla="*/ 1153713 h 1319051"/>
                <a:gd name="connsiteX60" fmla="*/ 1163939 w 1564883"/>
                <a:gd name="connsiteY60" fmla="*/ 1067779 h 1319051"/>
                <a:gd name="connsiteX61" fmla="*/ 1163939 w 1564883"/>
                <a:gd name="connsiteY61" fmla="*/ 896449 h 1319051"/>
                <a:gd name="connsiteX62" fmla="*/ 1180337 w 1564883"/>
                <a:gd name="connsiteY62" fmla="*/ 880051 h 1319051"/>
                <a:gd name="connsiteX63" fmla="*/ 1196735 w 1564883"/>
                <a:gd name="connsiteY63" fmla="*/ 896449 h 1319051"/>
                <a:gd name="connsiteX64" fmla="*/ 1197908 w 1564883"/>
                <a:gd name="connsiteY64" fmla="*/ 1090183 h 1319051"/>
                <a:gd name="connsiteX65" fmla="*/ 1177893 w 1564883"/>
                <a:gd name="connsiteY65" fmla="*/ 1095776 h 1319051"/>
                <a:gd name="connsiteX66" fmla="*/ 994976 w 1564883"/>
                <a:gd name="connsiteY66" fmla="*/ 1216861 h 1319051"/>
                <a:gd name="connsiteX67" fmla="*/ 1276654 w 1564883"/>
                <a:gd name="connsiteY67" fmla="*/ 1319051 h 1319051"/>
                <a:gd name="connsiteX68" fmla="*/ 1564883 w 1564883"/>
                <a:gd name="connsiteY68" fmla="*/ 1216861 h 1319051"/>
                <a:gd name="connsiteX69" fmla="*/ 1361813 w 1564883"/>
                <a:gd name="connsiteY69" fmla="*/ 1089778 h 1319051"/>
                <a:gd name="connsiteX70" fmla="*/ 1360686 w 1564883"/>
                <a:gd name="connsiteY70" fmla="*/ 1089778 h 1319051"/>
                <a:gd name="connsiteX71" fmla="*/ 1360686 w 1564883"/>
                <a:gd name="connsiteY71" fmla="*/ 289957 h 1319051"/>
                <a:gd name="connsiteX72" fmla="*/ 1360687 w 1564883"/>
                <a:gd name="connsiteY72" fmla="*/ 289950 h 1319051"/>
                <a:gd name="connsiteX73" fmla="*/ 1360686 w 1564883"/>
                <a:gd name="connsiteY73" fmla="*/ 289947 h 1319051"/>
                <a:gd name="connsiteX74" fmla="*/ 1360686 w 1564883"/>
                <a:gd name="connsiteY74" fmla="*/ 289254 h 1319051"/>
                <a:gd name="connsiteX75" fmla="*/ 1360583 w 1564883"/>
                <a:gd name="connsiteY75" fmla="*/ 289254 h 1319051"/>
                <a:gd name="connsiteX76" fmla="*/ 1350733 w 1564883"/>
                <a:gd name="connsiteY76" fmla="*/ 223102 h 1319051"/>
                <a:gd name="connsiteX77" fmla="*/ 1100882 w 1564883"/>
                <a:gd name="connsiteY77" fmla="*/ 17608 h 1319051"/>
                <a:gd name="connsiteX78" fmla="*/ 1052653 w 1564883"/>
                <a:gd name="connsiteY78" fmla="*/ 16542 h 1319051"/>
                <a:gd name="connsiteX0" fmla="*/ 1266381 w 1564883"/>
                <a:gd name="connsiteY0" fmla="*/ 528481 h 1319051"/>
                <a:gd name="connsiteX1" fmla="*/ 1293440 w 1564883"/>
                <a:gd name="connsiteY1" fmla="*/ 542845 h 1319051"/>
                <a:gd name="connsiteX2" fmla="*/ 1270750 w 1564883"/>
                <a:gd name="connsiteY2" fmla="*/ 557621 h 1319051"/>
                <a:gd name="connsiteX3" fmla="*/ 1089253 w 1564883"/>
                <a:gd name="connsiteY3" fmla="*/ 701126 h 1319051"/>
                <a:gd name="connsiteX4" fmla="*/ 841262 w 1564883"/>
                <a:gd name="connsiteY4" fmla="*/ 864401 h 1319051"/>
                <a:gd name="connsiteX5" fmla="*/ 771066 w 1564883"/>
                <a:gd name="connsiteY5" fmla="*/ 867096 h 1319051"/>
                <a:gd name="connsiteX6" fmla="*/ 771015 w 1564883"/>
                <a:gd name="connsiteY6" fmla="*/ 868705 h 1319051"/>
                <a:gd name="connsiteX7" fmla="*/ 723621 w 1564883"/>
                <a:gd name="connsiteY7" fmla="*/ 864401 h 1319051"/>
                <a:gd name="connsiteX8" fmla="*/ 475630 w 1564883"/>
                <a:gd name="connsiteY8" fmla="*/ 701126 h 1319051"/>
                <a:gd name="connsiteX9" fmla="*/ 294133 w 1564883"/>
                <a:gd name="connsiteY9" fmla="*/ 557621 h 1319051"/>
                <a:gd name="connsiteX10" fmla="*/ 271443 w 1564883"/>
                <a:gd name="connsiteY10" fmla="*/ 542845 h 1319051"/>
                <a:gd name="connsiteX11" fmla="*/ 298502 w 1564883"/>
                <a:gd name="connsiteY11" fmla="*/ 528481 h 1319051"/>
                <a:gd name="connsiteX12" fmla="*/ 450355 w 1564883"/>
                <a:gd name="connsiteY12" fmla="*/ 627360 h 1319051"/>
                <a:gd name="connsiteX13" fmla="*/ 732819 w 1564883"/>
                <a:gd name="connsiteY13" fmla="*/ 760648 h 1319051"/>
                <a:gd name="connsiteX14" fmla="*/ 768705 w 1564883"/>
                <a:gd name="connsiteY14" fmla="*/ 761297 h 1319051"/>
                <a:gd name="connsiteX15" fmla="*/ 768685 w 1564883"/>
                <a:gd name="connsiteY15" fmla="*/ 763875 h 1319051"/>
                <a:gd name="connsiteX16" fmla="*/ 832064 w 1564883"/>
                <a:gd name="connsiteY16" fmla="*/ 760648 h 1319051"/>
                <a:gd name="connsiteX17" fmla="*/ 1114529 w 1564883"/>
                <a:gd name="connsiteY17" fmla="*/ 627360 h 1319051"/>
                <a:gd name="connsiteX18" fmla="*/ 1266381 w 1564883"/>
                <a:gd name="connsiteY18" fmla="*/ 528481 h 1319051"/>
                <a:gd name="connsiteX19" fmla="*/ 485832 w 1564883"/>
                <a:gd name="connsiteY19" fmla="*/ 139253 h 1319051"/>
                <a:gd name="connsiteX20" fmla="*/ 646102 w 1564883"/>
                <a:gd name="connsiteY20" fmla="*/ 299524 h 1319051"/>
                <a:gd name="connsiteX21" fmla="*/ 485832 w 1564883"/>
                <a:gd name="connsiteY21" fmla="*/ 459794 h 1319051"/>
                <a:gd name="connsiteX22" fmla="*/ 325561 w 1564883"/>
                <a:gd name="connsiteY22" fmla="*/ 299524 h 1319051"/>
                <a:gd name="connsiteX23" fmla="*/ 485832 w 1564883"/>
                <a:gd name="connsiteY23" fmla="*/ 139253 h 1319051"/>
                <a:gd name="connsiteX24" fmla="*/ 1079051 w 1564883"/>
                <a:gd name="connsiteY24" fmla="*/ 139253 h 1319051"/>
                <a:gd name="connsiteX25" fmla="*/ 1239322 w 1564883"/>
                <a:gd name="connsiteY25" fmla="*/ 299524 h 1319051"/>
                <a:gd name="connsiteX26" fmla="*/ 1079051 w 1564883"/>
                <a:gd name="connsiteY26" fmla="*/ 459794 h 1319051"/>
                <a:gd name="connsiteX27" fmla="*/ 918781 w 1564883"/>
                <a:gd name="connsiteY27" fmla="*/ 299524 h 1319051"/>
                <a:gd name="connsiteX28" fmla="*/ 1079051 w 1564883"/>
                <a:gd name="connsiteY28" fmla="*/ 139253 h 1319051"/>
                <a:gd name="connsiteX29" fmla="*/ 1052653 w 1564883"/>
                <a:gd name="connsiteY29" fmla="*/ 16542 h 1319051"/>
                <a:gd name="connsiteX30" fmla="*/ 817577 w 1564883"/>
                <a:gd name="connsiteY30" fmla="*/ 239740 h 1319051"/>
                <a:gd name="connsiteX31" fmla="*/ 755709 w 1564883"/>
                <a:gd name="connsiteY31" fmla="*/ 239700 h 1319051"/>
                <a:gd name="connsiteX32" fmla="*/ 512230 w 1564883"/>
                <a:gd name="connsiteY32" fmla="*/ 16542 h 1319051"/>
                <a:gd name="connsiteX33" fmla="*/ 464001 w 1564883"/>
                <a:gd name="connsiteY33" fmla="*/ 17608 h 1319051"/>
                <a:gd name="connsiteX34" fmla="*/ 214151 w 1564883"/>
                <a:gd name="connsiteY34" fmla="*/ 223102 h 1319051"/>
                <a:gd name="connsiteX35" fmla="*/ 204300 w 1564883"/>
                <a:gd name="connsiteY35" fmla="*/ 289254 h 1319051"/>
                <a:gd name="connsiteX36" fmla="*/ 204197 w 1564883"/>
                <a:gd name="connsiteY36" fmla="*/ 289254 h 1319051"/>
                <a:gd name="connsiteX37" fmla="*/ 204197 w 1564883"/>
                <a:gd name="connsiteY37" fmla="*/ 289947 h 1319051"/>
                <a:gd name="connsiteX38" fmla="*/ 204196 w 1564883"/>
                <a:gd name="connsiteY38" fmla="*/ 289950 h 1319051"/>
                <a:gd name="connsiteX39" fmla="*/ 204197 w 1564883"/>
                <a:gd name="connsiteY39" fmla="*/ 289957 h 1319051"/>
                <a:gd name="connsiteX40" fmla="*/ 204197 w 1564883"/>
                <a:gd name="connsiteY40" fmla="*/ 1089778 h 1319051"/>
                <a:gd name="connsiteX41" fmla="*/ 203070 w 1564883"/>
                <a:gd name="connsiteY41" fmla="*/ 1089778 h 1319051"/>
                <a:gd name="connsiteX42" fmla="*/ 0 w 1564883"/>
                <a:gd name="connsiteY42" fmla="*/ 1216861 h 1319051"/>
                <a:gd name="connsiteX43" fmla="*/ 288229 w 1564883"/>
                <a:gd name="connsiteY43" fmla="*/ 1319051 h 1319051"/>
                <a:gd name="connsiteX44" fmla="*/ 569908 w 1564883"/>
                <a:gd name="connsiteY44" fmla="*/ 1216861 h 1319051"/>
                <a:gd name="connsiteX45" fmla="*/ 386990 w 1564883"/>
                <a:gd name="connsiteY45" fmla="*/ 1095776 h 1319051"/>
                <a:gd name="connsiteX46" fmla="*/ 366975 w 1564883"/>
                <a:gd name="connsiteY46" fmla="*/ 1090183 h 1319051"/>
                <a:gd name="connsiteX47" fmla="*/ 368148 w 1564883"/>
                <a:gd name="connsiteY47" fmla="*/ 896449 h 1319051"/>
                <a:gd name="connsiteX48" fmla="*/ 384546 w 1564883"/>
                <a:gd name="connsiteY48" fmla="*/ 880051 h 1319051"/>
                <a:gd name="connsiteX49" fmla="*/ 400945 w 1564883"/>
                <a:gd name="connsiteY49" fmla="*/ 896449 h 1319051"/>
                <a:gd name="connsiteX50" fmla="*/ 400945 w 1564883"/>
                <a:gd name="connsiteY50" fmla="*/ 1067779 h 1319051"/>
                <a:gd name="connsiteX51" fmla="*/ 558902 w 1564883"/>
                <a:gd name="connsiteY51" fmla="*/ 1153713 h 1319051"/>
                <a:gd name="connsiteX52" fmla="*/ 667351 w 1564883"/>
                <a:gd name="connsiteY52" fmla="*/ 1166241 h 1319051"/>
                <a:gd name="connsiteX53" fmla="*/ 764482 w 1564883"/>
                <a:gd name="connsiteY53" fmla="*/ 1169703 h 1319051"/>
                <a:gd name="connsiteX54" fmla="*/ 764447 w 1564883"/>
                <a:gd name="connsiteY54" fmla="*/ 1170221 h 1319051"/>
                <a:gd name="connsiteX55" fmla="*/ 772067 w 1564883"/>
                <a:gd name="connsiteY55" fmla="*/ 1169973 h 1319051"/>
                <a:gd name="connsiteX56" fmla="*/ 779005 w 1564883"/>
                <a:gd name="connsiteY56" fmla="*/ 1170221 h 1319051"/>
                <a:gd name="connsiteX57" fmla="*/ 779005 w 1564883"/>
                <a:gd name="connsiteY57" fmla="*/ 1169748 h 1319051"/>
                <a:gd name="connsiteX58" fmla="*/ 886817 w 1564883"/>
                <a:gd name="connsiteY58" fmla="*/ 1166241 h 1319051"/>
                <a:gd name="connsiteX59" fmla="*/ 1005981 w 1564883"/>
                <a:gd name="connsiteY59" fmla="*/ 1153713 h 1319051"/>
                <a:gd name="connsiteX60" fmla="*/ 1163939 w 1564883"/>
                <a:gd name="connsiteY60" fmla="*/ 1067779 h 1319051"/>
                <a:gd name="connsiteX61" fmla="*/ 1163939 w 1564883"/>
                <a:gd name="connsiteY61" fmla="*/ 896449 h 1319051"/>
                <a:gd name="connsiteX62" fmla="*/ 1180337 w 1564883"/>
                <a:gd name="connsiteY62" fmla="*/ 880051 h 1319051"/>
                <a:gd name="connsiteX63" fmla="*/ 1196735 w 1564883"/>
                <a:gd name="connsiteY63" fmla="*/ 896449 h 1319051"/>
                <a:gd name="connsiteX64" fmla="*/ 1197908 w 1564883"/>
                <a:gd name="connsiteY64" fmla="*/ 1090183 h 1319051"/>
                <a:gd name="connsiteX65" fmla="*/ 1177893 w 1564883"/>
                <a:gd name="connsiteY65" fmla="*/ 1095776 h 1319051"/>
                <a:gd name="connsiteX66" fmla="*/ 994976 w 1564883"/>
                <a:gd name="connsiteY66" fmla="*/ 1216861 h 1319051"/>
                <a:gd name="connsiteX67" fmla="*/ 1276654 w 1564883"/>
                <a:gd name="connsiteY67" fmla="*/ 1319051 h 1319051"/>
                <a:gd name="connsiteX68" fmla="*/ 1564883 w 1564883"/>
                <a:gd name="connsiteY68" fmla="*/ 1216861 h 1319051"/>
                <a:gd name="connsiteX69" fmla="*/ 1361813 w 1564883"/>
                <a:gd name="connsiteY69" fmla="*/ 1089778 h 1319051"/>
                <a:gd name="connsiteX70" fmla="*/ 1360686 w 1564883"/>
                <a:gd name="connsiteY70" fmla="*/ 1089778 h 1319051"/>
                <a:gd name="connsiteX71" fmla="*/ 1360686 w 1564883"/>
                <a:gd name="connsiteY71" fmla="*/ 289957 h 1319051"/>
                <a:gd name="connsiteX72" fmla="*/ 1360687 w 1564883"/>
                <a:gd name="connsiteY72" fmla="*/ 289950 h 1319051"/>
                <a:gd name="connsiteX73" fmla="*/ 1360686 w 1564883"/>
                <a:gd name="connsiteY73" fmla="*/ 289947 h 1319051"/>
                <a:gd name="connsiteX74" fmla="*/ 1360686 w 1564883"/>
                <a:gd name="connsiteY74" fmla="*/ 289254 h 1319051"/>
                <a:gd name="connsiteX75" fmla="*/ 1360583 w 1564883"/>
                <a:gd name="connsiteY75" fmla="*/ 289254 h 1319051"/>
                <a:gd name="connsiteX76" fmla="*/ 1350733 w 1564883"/>
                <a:gd name="connsiteY76" fmla="*/ 223102 h 1319051"/>
                <a:gd name="connsiteX77" fmla="*/ 1100882 w 1564883"/>
                <a:gd name="connsiteY77" fmla="*/ 17608 h 1319051"/>
                <a:gd name="connsiteX78" fmla="*/ 1052653 w 1564883"/>
                <a:gd name="connsiteY78" fmla="*/ 16542 h 1319051"/>
                <a:gd name="connsiteX0" fmla="*/ 1266381 w 1564883"/>
                <a:gd name="connsiteY0" fmla="*/ 512610 h 1303180"/>
                <a:gd name="connsiteX1" fmla="*/ 1293440 w 1564883"/>
                <a:gd name="connsiteY1" fmla="*/ 526974 h 1303180"/>
                <a:gd name="connsiteX2" fmla="*/ 1270750 w 1564883"/>
                <a:gd name="connsiteY2" fmla="*/ 541750 h 1303180"/>
                <a:gd name="connsiteX3" fmla="*/ 1089253 w 1564883"/>
                <a:gd name="connsiteY3" fmla="*/ 685255 h 1303180"/>
                <a:gd name="connsiteX4" fmla="*/ 841262 w 1564883"/>
                <a:gd name="connsiteY4" fmla="*/ 848530 h 1303180"/>
                <a:gd name="connsiteX5" fmla="*/ 771066 w 1564883"/>
                <a:gd name="connsiteY5" fmla="*/ 851225 h 1303180"/>
                <a:gd name="connsiteX6" fmla="*/ 771015 w 1564883"/>
                <a:gd name="connsiteY6" fmla="*/ 852834 h 1303180"/>
                <a:gd name="connsiteX7" fmla="*/ 723621 w 1564883"/>
                <a:gd name="connsiteY7" fmla="*/ 848530 h 1303180"/>
                <a:gd name="connsiteX8" fmla="*/ 475630 w 1564883"/>
                <a:gd name="connsiteY8" fmla="*/ 685255 h 1303180"/>
                <a:gd name="connsiteX9" fmla="*/ 294133 w 1564883"/>
                <a:gd name="connsiteY9" fmla="*/ 541750 h 1303180"/>
                <a:gd name="connsiteX10" fmla="*/ 271443 w 1564883"/>
                <a:gd name="connsiteY10" fmla="*/ 526974 h 1303180"/>
                <a:gd name="connsiteX11" fmla="*/ 298502 w 1564883"/>
                <a:gd name="connsiteY11" fmla="*/ 512610 h 1303180"/>
                <a:gd name="connsiteX12" fmla="*/ 450355 w 1564883"/>
                <a:gd name="connsiteY12" fmla="*/ 611489 h 1303180"/>
                <a:gd name="connsiteX13" fmla="*/ 732819 w 1564883"/>
                <a:gd name="connsiteY13" fmla="*/ 744777 h 1303180"/>
                <a:gd name="connsiteX14" fmla="*/ 768705 w 1564883"/>
                <a:gd name="connsiteY14" fmla="*/ 745426 h 1303180"/>
                <a:gd name="connsiteX15" fmla="*/ 768685 w 1564883"/>
                <a:gd name="connsiteY15" fmla="*/ 748004 h 1303180"/>
                <a:gd name="connsiteX16" fmla="*/ 832064 w 1564883"/>
                <a:gd name="connsiteY16" fmla="*/ 744777 h 1303180"/>
                <a:gd name="connsiteX17" fmla="*/ 1114529 w 1564883"/>
                <a:gd name="connsiteY17" fmla="*/ 611489 h 1303180"/>
                <a:gd name="connsiteX18" fmla="*/ 1266381 w 1564883"/>
                <a:gd name="connsiteY18" fmla="*/ 512610 h 1303180"/>
                <a:gd name="connsiteX19" fmla="*/ 485832 w 1564883"/>
                <a:gd name="connsiteY19" fmla="*/ 123382 h 1303180"/>
                <a:gd name="connsiteX20" fmla="*/ 646102 w 1564883"/>
                <a:gd name="connsiteY20" fmla="*/ 283653 h 1303180"/>
                <a:gd name="connsiteX21" fmla="*/ 485832 w 1564883"/>
                <a:gd name="connsiteY21" fmla="*/ 443923 h 1303180"/>
                <a:gd name="connsiteX22" fmla="*/ 325561 w 1564883"/>
                <a:gd name="connsiteY22" fmla="*/ 283653 h 1303180"/>
                <a:gd name="connsiteX23" fmla="*/ 485832 w 1564883"/>
                <a:gd name="connsiteY23" fmla="*/ 123382 h 1303180"/>
                <a:gd name="connsiteX24" fmla="*/ 1079051 w 1564883"/>
                <a:gd name="connsiteY24" fmla="*/ 123382 h 1303180"/>
                <a:gd name="connsiteX25" fmla="*/ 1239322 w 1564883"/>
                <a:gd name="connsiteY25" fmla="*/ 283653 h 1303180"/>
                <a:gd name="connsiteX26" fmla="*/ 1079051 w 1564883"/>
                <a:gd name="connsiteY26" fmla="*/ 443923 h 1303180"/>
                <a:gd name="connsiteX27" fmla="*/ 918781 w 1564883"/>
                <a:gd name="connsiteY27" fmla="*/ 283653 h 1303180"/>
                <a:gd name="connsiteX28" fmla="*/ 1079051 w 1564883"/>
                <a:gd name="connsiteY28" fmla="*/ 123382 h 1303180"/>
                <a:gd name="connsiteX29" fmla="*/ 1052653 w 1564883"/>
                <a:gd name="connsiteY29" fmla="*/ 671 h 1303180"/>
                <a:gd name="connsiteX30" fmla="*/ 817577 w 1564883"/>
                <a:gd name="connsiteY30" fmla="*/ 223869 h 1303180"/>
                <a:gd name="connsiteX31" fmla="*/ 755709 w 1564883"/>
                <a:gd name="connsiteY31" fmla="*/ 223829 h 1303180"/>
                <a:gd name="connsiteX32" fmla="*/ 512230 w 1564883"/>
                <a:gd name="connsiteY32" fmla="*/ 671 h 1303180"/>
                <a:gd name="connsiteX33" fmla="*/ 464001 w 1564883"/>
                <a:gd name="connsiteY33" fmla="*/ 1737 h 1303180"/>
                <a:gd name="connsiteX34" fmla="*/ 214151 w 1564883"/>
                <a:gd name="connsiteY34" fmla="*/ 207231 h 1303180"/>
                <a:gd name="connsiteX35" fmla="*/ 204300 w 1564883"/>
                <a:gd name="connsiteY35" fmla="*/ 273383 h 1303180"/>
                <a:gd name="connsiteX36" fmla="*/ 204197 w 1564883"/>
                <a:gd name="connsiteY36" fmla="*/ 273383 h 1303180"/>
                <a:gd name="connsiteX37" fmla="*/ 204197 w 1564883"/>
                <a:gd name="connsiteY37" fmla="*/ 274076 h 1303180"/>
                <a:gd name="connsiteX38" fmla="*/ 204196 w 1564883"/>
                <a:gd name="connsiteY38" fmla="*/ 274079 h 1303180"/>
                <a:gd name="connsiteX39" fmla="*/ 204197 w 1564883"/>
                <a:gd name="connsiteY39" fmla="*/ 274086 h 1303180"/>
                <a:gd name="connsiteX40" fmla="*/ 204197 w 1564883"/>
                <a:gd name="connsiteY40" fmla="*/ 1073907 h 1303180"/>
                <a:gd name="connsiteX41" fmla="*/ 203070 w 1564883"/>
                <a:gd name="connsiteY41" fmla="*/ 1073907 h 1303180"/>
                <a:gd name="connsiteX42" fmla="*/ 0 w 1564883"/>
                <a:gd name="connsiteY42" fmla="*/ 1200990 h 1303180"/>
                <a:gd name="connsiteX43" fmla="*/ 288229 w 1564883"/>
                <a:gd name="connsiteY43" fmla="*/ 1303180 h 1303180"/>
                <a:gd name="connsiteX44" fmla="*/ 569908 w 1564883"/>
                <a:gd name="connsiteY44" fmla="*/ 1200990 h 1303180"/>
                <a:gd name="connsiteX45" fmla="*/ 386990 w 1564883"/>
                <a:gd name="connsiteY45" fmla="*/ 1079905 h 1303180"/>
                <a:gd name="connsiteX46" fmla="*/ 366975 w 1564883"/>
                <a:gd name="connsiteY46" fmla="*/ 1074312 h 1303180"/>
                <a:gd name="connsiteX47" fmla="*/ 368148 w 1564883"/>
                <a:gd name="connsiteY47" fmla="*/ 880578 h 1303180"/>
                <a:gd name="connsiteX48" fmla="*/ 384546 w 1564883"/>
                <a:gd name="connsiteY48" fmla="*/ 864180 h 1303180"/>
                <a:gd name="connsiteX49" fmla="*/ 400945 w 1564883"/>
                <a:gd name="connsiteY49" fmla="*/ 880578 h 1303180"/>
                <a:gd name="connsiteX50" fmla="*/ 400945 w 1564883"/>
                <a:gd name="connsiteY50" fmla="*/ 1051908 h 1303180"/>
                <a:gd name="connsiteX51" fmla="*/ 558902 w 1564883"/>
                <a:gd name="connsiteY51" fmla="*/ 1137842 h 1303180"/>
                <a:gd name="connsiteX52" fmla="*/ 667351 w 1564883"/>
                <a:gd name="connsiteY52" fmla="*/ 1150370 h 1303180"/>
                <a:gd name="connsiteX53" fmla="*/ 764482 w 1564883"/>
                <a:gd name="connsiteY53" fmla="*/ 1153832 h 1303180"/>
                <a:gd name="connsiteX54" fmla="*/ 764447 w 1564883"/>
                <a:gd name="connsiteY54" fmla="*/ 1154350 h 1303180"/>
                <a:gd name="connsiteX55" fmla="*/ 772067 w 1564883"/>
                <a:gd name="connsiteY55" fmla="*/ 1154102 h 1303180"/>
                <a:gd name="connsiteX56" fmla="*/ 779005 w 1564883"/>
                <a:gd name="connsiteY56" fmla="*/ 1154350 h 1303180"/>
                <a:gd name="connsiteX57" fmla="*/ 779005 w 1564883"/>
                <a:gd name="connsiteY57" fmla="*/ 1153877 h 1303180"/>
                <a:gd name="connsiteX58" fmla="*/ 886817 w 1564883"/>
                <a:gd name="connsiteY58" fmla="*/ 1150370 h 1303180"/>
                <a:gd name="connsiteX59" fmla="*/ 1005981 w 1564883"/>
                <a:gd name="connsiteY59" fmla="*/ 1137842 h 1303180"/>
                <a:gd name="connsiteX60" fmla="*/ 1163939 w 1564883"/>
                <a:gd name="connsiteY60" fmla="*/ 1051908 h 1303180"/>
                <a:gd name="connsiteX61" fmla="*/ 1163939 w 1564883"/>
                <a:gd name="connsiteY61" fmla="*/ 880578 h 1303180"/>
                <a:gd name="connsiteX62" fmla="*/ 1180337 w 1564883"/>
                <a:gd name="connsiteY62" fmla="*/ 864180 h 1303180"/>
                <a:gd name="connsiteX63" fmla="*/ 1196735 w 1564883"/>
                <a:gd name="connsiteY63" fmla="*/ 880578 h 1303180"/>
                <a:gd name="connsiteX64" fmla="*/ 1197908 w 1564883"/>
                <a:gd name="connsiteY64" fmla="*/ 1074312 h 1303180"/>
                <a:gd name="connsiteX65" fmla="*/ 1177893 w 1564883"/>
                <a:gd name="connsiteY65" fmla="*/ 1079905 h 1303180"/>
                <a:gd name="connsiteX66" fmla="*/ 994976 w 1564883"/>
                <a:gd name="connsiteY66" fmla="*/ 1200990 h 1303180"/>
                <a:gd name="connsiteX67" fmla="*/ 1276654 w 1564883"/>
                <a:gd name="connsiteY67" fmla="*/ 1303180 h 1303180"/>
                <a:gd name="connsiteX68" fmla="*/ 1564883 w 1564883"/>
                <a:gd name="connsiteY68" fmla="*/ 1200990 h 1303180"/>
                <a:gd name="connsiteX69" fmla="*/ 1361813 w 1564883"/>
                <a:gd name="connsiteY69" fmla="*/ 1073907 h 1303180"/>
                <a:gd name="connsiteX70" fmla="*/ 1360686 w 1564883"/>
                <a:gd name="connsiteY70" fmla="*/ 1073907 h 1303180"/>
                <a:gd name="connsiteX71" fmla="*/ 1360686 w 1564883"/>
                <a:gd name="connsiteY71" fmla="*/ 274086 h 1303180"/>
                <a:gd name="connsiteX72" fmla="*/ 1360687 w 1564883"/>
                <a:gd name="connsiteY72" fmla="*/ 274079 h 1303180"/>
                <a:gd name="connsiteX73" fmla="*/ 1360686 w 1564883"/>
                <a:gd name="connsiteY73" fmla="*/ 274076 h 1303180"/>
                <a:gd name="connsiteX74" fmla="*/ 1360686 w 1564883"/>
                <a:gd name="connsiteY74" fmla="*/ 273383 h 1303180"/>
                <a:gd name="connsiteX75" fmla="*/ 1360583 w 1564883"/>
                <a:gd name="connsiteY75" fmla="*/ 273383 h 1303180"/>
                <a:gd name="connsiteX76" fmla="*/ 1350733 w 1564883"/>
                <a:gd name="connsiteY76" fmla="*/ 207231 h 1303180"/>
                <a:gd name="connsiteX77" fmla="*/ 1100882 w 1564883"/>
                <a:gd name="connsiteY77" fmla="*/ 1737 h 1303180"/>
                <a:gd name="connsiteX78" fmla="*/ 1052653 w 1564883"/>
                <a:gd name="connsiteY78" fmla="*/ 671 h 1303180"/>
                <a:gd name="connsiteX0" fmla="*/ 1266381 w 1564883"/>
                <a:gd name="connsiteY0" fmla="*/ 513211 h 1303781"/>
                <a:gd name="connsiteX1" fmla="*/ 1293440 w 1564883"/>
                <a:gd name="connsiteY1" fmla="*/ 527575 h 1303781"/>
                <a:gd name="connsiteX2" fmla="*/ 1270750 w 1564883"/>
                <a:gd name="connsiteY2" fmla="*/ 542351 h 1303781"/>
                <a:gd name="connsiteX3" fmla="*/ 1089253 w 1564883"/>
                <a:gd name="connsiteY3" fmla="*/ 685856 h 1303781"/>
                <a:gd name="connsiteX4" fmla="*/ 841262 w 1564883"/>
                <a:gd name="connsiteY4" fmla="*/ 849131 h 1303781"/>
                <a:gd name="connsiteX5" fmla="*/ 771066 w 1564883"/>
                <a:gd name="connsiteY5" fmla="*/ 851826 h 1303781"/>
                <a:gd name="connsiteX6" fmla="*/ 771015 w 1564883"/>
                <a:gd name="connsiteY6" fmla="*/ 853435 h 1303781"/>
                <a:gd name="connsiteX7" fmla="*/ 723621 w 1564883"/>
                <a:gd name="connsiteY7" fmla="*/ 849131 h 1303781"/>
                <a:gd name="connsiteX8" fmla="*/ 475630 w 1564883"/>
                <a:gd name="connsiteY8" fmla="*/ 685856 h 1303781"/>
                <a:gd name="connsiteX9" fmla="*/ 294133 w 1564883"/>
                <a:gd name="connsiteY9" fmla="*/ 542351 h 1303781"/>
                <a:gd name="connsiteX10" fmla="*/ 271443 w 1564883"/>
                <a:gd name="connsiteY10" fmla="*/ 527575 h 1303781"/>
                <a:gd name="connsiteX11" fmla="*/ 298502 w 1564883"/>
                <a:gd name="connsiteY11" fmla="*/ 513211 h 1303781"/>
                <a:gd name="connsiteX12" fmla="*/ 450355 w 1564883"/>
                <a:gd name="connsiteY12" fmla="*/ 612090 h 1303781"/>
                <a:gd name="connsiteX13" fmla="*/ 732819 w 1564883"/>
                <a:gd name="connsiteY13" fmla="*/ 745378 h 1303781"/>
                <a:gd name="connsiteX14" fmla="*/ 768705 w 1564883"/>
                <a:gd name="connsiteY14" fmla="*/ 746027 h 1303781"/>
                <a:gd name="connsiteX15" fmla="*/ 768685 w 1564883"/>
                <a:gd name="connsiteY15" fmla="*/ 748605 h 1303781"/>
                <a:gd name="connsiteX16" fmla="*/ 832064 w 1564883"/>
                <a:gd name="connsiteY16" fmla="*/ 745378 h 1303781"/>
                <a:gd name="connsiteX17" fmla="*/ 1114529 w 1564883"/>
                <a:gd name="connsiteY17" fmla="*/ 612090 h 1303781"/>
                <a:gd name="connsiteX18" fmla="*/ 1266381 w 1564883"/>
                <a:gd name="connsiteY18" fmla="*/ 513211 h 1303781"/>
                <a:gd name="connsiteX19" fmla="*/ 485832 w 1564883"/>
                <a:gd name="connsiteY19" fmla="*/ 123983 h 1303781"/>
                <a:gd name="connsiteX20" fmla="*/ 646102 w 1564883"/>
                <a:gd name="connsiteY20" fmla="*/ 284254 h 1303781"/>
                <a:gd name="connsiteX21" fmla="*/ 485832 w 1564883"/>
                <a:gd name="connsiteY21" fmla="*/ 444524 h 1303781"/>
                <a:gd name="connsiteX22" fmla="*/ 325561 w 1564883"/>
                <a:gd name="connsiteY22" fmla="*/ 284254 h 1303781"/>
                <a:gd name="connsiteX23" fmla="*/ 485832 w 1564883"/>
                <a:gd name="connsiteY23" fmla="*/ 123983 h 1303781"/>
                <a:gd name="connsiteX24" fmla="*/ 1079051 w 1564883"/>
                <a:gd name="connsiteY24" fmla="*/ 123983 h 1303781"/>
                <a:gd name="connsiteX25" fmla="*/ 1239322 w 1564883"/>
                <a:gd name="connsiteY25" fmla="*/ 284254 h 1303781"/>
                <a:gd name="connsiteX26" fmla="*/ 1079051 w 1564883"/>
                <a:gd name="connsiteY26" fmla="*/ 444524 h 1303781"/>
                <a:gd name="connsiteX27" fmla="*/ 918781 w 1564883"/>
                <a:gd name="connsiteY27" fmla="*/ 284254 h 1303781"/>
                <a:gd name="connsiteX28" fmla="*/ 1079051 w 1564883"/>
                <a:gd name="connsiteY28" fmla="*/ 123983 h 1303781"/>
                <a:gd name="connsiteX29" fmla="*/ 1052653 w 1564883"/>
                <a:gd name="connsiteY29" fmla="*/ 1272 h 1303781"/>
                <a:gd name="connsiteX30" fmla="*/ 817577 w 1564883"/>
                <a:gd name="connsiteY30" fmla="*/ 224470 h 1303781"/>
                <a:gd name="connsiteX31" fmla="*/ 755709 w 1564883"/>
                <a:gd name="connsiteY31" fmla="*/ 224430 h 1303781"/>
                <a:gd name="connsiteX32" fmla="*/ 512230 w 1564883"/>
                <a:gd name="connsiteY32" fmla="*/ 1272 h 1303781"/>
                <a:gd name="connsiteX33" fmla="*/ 464001 w 1564883"/>
                <a:gd name="connsiteY33" fmla="*/ 2338 h 1303781"/>
                <a:gd name="connsiteX34" fmla="*/ 214151 w 1564883"/>
                <a:gd name="connsiteY34" fmla="*/ 207832 h 1303781"/>
                <a:gd name="connsiteX35" fmla="*/ 204300 w 1564883"/>
                <a:gd name="connsiteY35" fmla="*/ 273984 h 1303781"/>
                <a:gd name="connsiteX36" fmla="*/ 204197 w 1564883"/>
                <a:gd name="connsiteY36" fmla="*/ 273984 h 1303781"/>
                <a:gd name="connsiteX37" fmla="*/ 204197 w 1564883"/>
                <a:gd name="connsiteY37" fmla="*/ 274677 h 1303781"/>
                <a:gd name="connsiteX38" fmla="*/ 204196 w 1564883"/>
                <a:gd name="connsiteY38" fmla="*/ 274680 h 1303781"/>
                <a:gd name="connsiteX39" fmla="*/ 204197 w 1564883"/>
                <a:gd name="connsiteY39" fmla="*/ 274687 h 1303781"/>
                <a:gd name="connsiteX40" fmla="*/ 204197 w 1564883"/>
                <a:gd name="connsiteY40" fmla="*/ 1074508 h 1303781"/>
                <a:gd name="connsiteX41" fmla="*/ 203070 w 1564883"/>
                <a:gd name="connsiteY41" fmla="*/ 1074508 h 1303781"/>
                <a:gd name="connsiteX42" fmla="*/ 0 w 1564883"/>
                <a:gd name="connsiteY42" fmla="*/ 1201591 h 1303781"/>
                <a:gd name="connsiteX43" fmla="*/ 288229 w 1564883"/>
                <a:gd name="connsiteY43" fmla="*/ 1303781 h 1303781"/>
                <a:gd name="connsiteX44" fmla="*/ 569908 w 1564883"/>
                <a:gd name="connsiteY44" fmla="*/ 1201591 h 1303781"/>
                <a:gd name="connsiteX45" fmla="*/ 386990 w 1564883"/>
                <a:gd name="connsiteY45" fmla="*/ 1080506 h 1303781"/>
                <a:gd name="connsiteX46" fmla="*/ 366975 w 1564883"/>
                <a:gd name="connsiteY46" fmla="*/ 1074913 h 1303781"/>
                <a:gd name="connsiteX47" fmla="*/ 368148 w 1564883"/>
                <a:gd name="connsiteY47" fmla="*/ 881179 h 1303781"/>
                <a:gd name="connsiteX48" fmla="*/ 384546 w 1564883"/>
                <a:gd name="connsiteY48" fmla="*/ 864781 h 1303781"/>
                <a:gd name="connsiteX49" fmla="*/ 400945 w 1564883"/>
                <a:gd name="connsiteY49" fmla="*/ 881179 h 1303781"/>
                <a:gd name="connsiteX50" fmla="*/ 400945 w 1564883"/>
                <a:gd name="connsiteY50" fmla="*/ 1052509 h 1303781"/>
                <a:gd name="connsiteX51" fmla="*/ 558902 w 1564883"/>
                <a:gd name="connsiteY51" fmla="*/ 1138443 h 1303781"/>
                <a:gd name="connsiteX52" fmla="*/ 667351 w 1564883"/>
                <a:gd name="connsiteY52" fmla="*/ 1150971 h 1303781"/>
                <a:gd name="connsiteX53" fmla="*/ 764482 w 1564883"/>
                <a:gd name="connsiteY53" fmla="*/ 1154433 h 1303781"/>
                <a:gd name="connsiteX54" fmla="*/ 764447 w 1564883"/>
                <a:gd name="connsiteY54" fmla="*/ 1154951 h 1303781"/>
                <a:gd name="connsiteX55" fmla="*/ 772067 w 1564883"/>
                <a:gd name="connsiteY55" fmla="*/ 1154703 h 1303781"/>
                <a:gd name="connsiteX56" fmla="*/ 779005 w 1564883"/>
                <a:gd name="connsiteY56" fmla="*/ 1154951 h 1303781"/>
                <a:gd name="connsiteX57" fmla="*/ 779005 w 1564883"/>
                <a:gd name="connsiteY57" fmla="*/ 1154478 h 1303781"/>
                <a:gd name="connsiteX58" fmla="*/ 886817 w 1564883"/>
                <a:gd name="connsiteY58" fmla="*/ 1150971 h 1303781"/>
                <a:gd name="connsiteX59" fmla="*/ 1005981 w 1564883"/>
                <a:gd name="connsiteY59" fmla="*/ 1138443 h 1303781"/>
                <a:gd name="connsiteX60" fmla="*/ 1163939 w 1564883"/>
                <a:gd name="connsiteY60" fmla="*/ 1052509 h 1303781"/>
                <a:gd name="connsiteX61" fmla="*/ 1163939 w 1564883"/>
                <a:gd name="connsiteY61" fmla="*/ 881179 h 1303781"/>
                <a:gd name="connsiteX62" fmla="*/ 1180337 w 1564883"/>
                <a:gd name="connsiteY62" fmla="*/ 864781 h 1303781"/>
                <a:gd name="connsiteX63" fmla="*/ 1196735 w 1564883"/>
                <a:gd name="connsiteY63" fmla="*/ 881179 h 1303781"/>
                <a:gd name="connsiteX64" fmla="*/ 1197908 w 1564883"/>
                <a:gd name="connsiteY64" fmla="*/ 1074913 h 1303781"/>
                <a:gd name="connsiteX65" fmla="*/ 1177893 w 1564883"/>
                <a:gd name="connsiteY65" fmla="*/ 1080506 h 1303781"/>
                <a:gd name="connsiteX66" fmla="*/ 994976 w 1564883"/>
                <a:gd name="connsiteY66" fmla="*/ 1201591 h 1303781"/>
                <a:gd name="connsiteX67" fmla="*/ 1276654 w 1564883"/>
                <a:gd name="connsiteY67" fmla="*/ 1303781 h 1303781"/>
                <a:gd name="connsiteX68" fmla="*/ 1564883 w 1564883"/>
                <a:gd name="connsiteY68" fmla="*/ 1201591 h 1303781"/>
                <a:gd name="connsiteX69" fmla="*/ 1361813 w 1564883"/>
                <a:gd name="connsiteY69" fmla="*/ 1074508 h 1303781"/>
                <a:gd name="connsiteX70" fmla="*/ 1360686 w 1564883"/>
                <a:gd name="connsiteY70" fmla="*/ 1074508 h 1303781"/>
                <a:gd name="connsiteX71" fmla="*/ 1360686 w 1564883"/>
                <a:gd name="connsiteY71" fmla="*/ 274687 h 1303781"/>
                <a:gd name="connsiteX72" fmla="*/ 1360687 w 1564883"/>
                <a:gd name="connsiteY72" fmla="*/ 274680 h 1303781"/>
                <a:gd name="connsiteX73" fmla="*/ 1360686 w 1564883"/>
                <a:gd name="connsiteY73" fmla="*/ 274677 h 1303781"/>
                <a:gd name="connsiteX74" fmla="*/ 1360686 w 1564883"/>
                <a:gd name="connsiteY74" fmla="*/ 273984 h 1303781"/>
                <a:gd name="connsiteX75" fmla="*/ 1360583 w 1564883"/>
                <a:gd name="connsiteY75" fmla="*/ 273984 h 1303781"/>
                <a:gd name="connsiteX76" fmla="*/ 1350733 w 1564883"/>
                <a:gd name="connsiteY76" fmla="*/ 207832 h 1303781"/>
                <a:gd name="connsiteX77" fmla="*/ 1100882 w 1564883"/>
                <a:gd name="connsiteY77" fmla="*/ 2338 h 1303781"/>
                <a:gd name="connsiteX78" fmla="*/ 1052653 w 1564883"/>
                <a:gd name="connsiteY78" fmla="*/ 1272 h 1303781"/>
                <a:gd name="connsiteX0" fmla="*/ 1266381 w 1564883"/>
                <a:gd name="connsiteY0" fmla="*/ 513211 h 1303781"/>
                <a:gd name="connsiteX1" fmla="*/ 1293440 w 1564883"/>
                <a:gd name="connsiteY1" fmla="*/ 527575 h 1303781"/>
                <a:gd name="connsiteX2" fmla="*/ 1270750 w 1564883"/>
                <a:gd name="connsiteY2" fmla="*/ 542351 h 1303781"/>
                <a:gd name="connsiteX3" fmla="*/ 1089253 w 1564883"/>
                <a:gd name="connsiteY3" fmla="*/ 685856 h 1303781"/>
                <a:gd name="connsiteX4" fmla="*/ 841262 w 1564883"/>
                <a:gd name="connsiteY4" fmla="*/ 849131 h 1303781"/>
                <a:gd name="connsiteX5" fmla="*/ 771066 w 1564883"/>
                <a:gd name="connsiteY5" fmla="*/ 851826 h 1303781"/>
                <a:gd name="connsiteX6" fmla="*/ 771015 w 1564883"/>
                <a:gd name="connsiteY6" fmla="*/ 853435 h 1303781"/>
                <a:gd name="connsiteX7" fmla="*/ 723621 w 1564883"/>
                <a:gd name="connsiteY7" fmla="*/ 849131 h 1303781"/>
                <a:gd name="connsiteX8" fmla="*/ 475630 w 1564883"/>
                <a:gd name="connsiteY8" fmla="*/ 685856 h 1303781"/>
                <a:gd name="connsiteX9" fmla="*/ 294133 w 1564883"/>
                <a:gd name="connsiteY9" fmla="*/ 542351 h 1303781"/>
                <a:gd name="connsiteX10" fmla="*/ 271443 w 1564883"/>
                <a:gd name="connsiteY10" fmla="*/ 527575 h 1303781"/>
                <a:gd name="connsiteX11" fmla="*/ 298502 w 1564883"/>
                <a:gd name="connsiteY11" fmla="*/ 513211 h 1303781"/>
                <a:gd name="connsiteX12" fmla="*/ 450355 w 1564883"/>
                <a:gd name="connsiteY12" fmla="*/ 612090 h 1303781"/>
                <a:gd name="connsiteX13" fmla="*/ 732819 w 1564883"/>
                <a:gd name="connsiteY13" fmla="*/ 745378 h 1303781"/>
                <a:gd name="connsiteX14" fmla="*/ 768705 w 1564883"/>
                <a:gd name="connsiteY14" fmla="*/ 746027 h 1303781"/>
                <a:gd name="connsiteX15" fmla="*/ 768685 w 1564883"/>
                <a:gd name="connsiteY15" fmla="*/ 748605 h 1303781"/>
                <a:gd name="connsiteX16" fmla="*/ 832064 w 1564883"/>
                <a:gd name="connsiteY16" fmla="*/ 745378 h 1303781"/>
                <a:gd name="connsiteX17" fmla="*/ 1114529 w 1564883"/>
                <a:gd name="connsiteY17" fmla="*/ 612090 h 1303781"/>
                <a:gd name="connsiteX18" fmla="*/ 1266381 w 1564883"/>
                <a:gd name="connsiteY18" fmla="*/ 513211 h 1303781"/>
                <a:gd name="connsiteX19" fmla="*/ 485832 w 1564883"/>
                <a:gd name="connsiteY19" fmla="*/ 123983 h 1303781"/>
                <a:gd name="connsiteX20" fmla="*/ 646102 w 1564883"/>
                <a:gd name="connsiteY20" fmla="*/ 284254 h 1303781"/>
                <a:gd name="connsiteX21" fmla="*/ 485832 w 1564883"/>
                <a:gd name="connsiteY21" fmla="*/ 444524 h 1303781"/>
                <a:gd name="connsiteX22" fmla="*/ 325561 w 1564883"/>
                <a:gd name="connsiteY22" fmla="*/ 284254 h 1303781"/>
                <a:gd name="connsiteX23" fmla="*/ 485832 w 1564883"/>
                <a:gd name="connsiteY23" fmla="*/ 123983 h 1303781"/>
                <a:gd name="connsiteX24" fmla="*/ 1079051 w 1564883"/>
                <a:gd name="connsiteY24" fmla="*/ 123983 h 1303781"/>
                <a:gd name="connsiteX25" fmla="*/ 1239322 w 1564883"/>
                <a:gd name="connsiteY25" fmla="*/ 284254 h 1303781"/>
                <a:gd name="connsiteX26" fmla="*/ 1079051 w 1564883"/>
                <a:gd name="connsiteY26" fmla="*/ 444524 h 1303781"/>
                <a:gd name="connsiteX27" fmla="*/ 918781 w 1564883"/>
                <a:gd name="connsiteY27" fmla="*/ 284254 h 1303781"/>
                <a:gd name="connsiteX28" fmla="*/ 1079051 w 1564883"/>
                <a:gd name="connsiteY28" fmla="*/ 123983 h 1303781"/>
                <a:gd name="connsiteX29" fmla="*/ 1052653 w 1564883"/>
                <a:gd name="connsiteY29" fmla="*/ 1272 h 1303781"/>
                <a:gd name="connsiteX30" fmla="*/ 817577 w 1564883"/>
                <a:gd name="connsiteY30" fmla="*/ 224470 h 1303781"/>
                <a:gd name="connsiteX31" fmla="*/ 755709 w 1564883"/>
                <a:gd name="connsiteY31" fmla="*/ 224430 h 1303781"/>
                <a:gd name="connsiteX32" fmla="*/ 512230 w 1564883"/>
                <a:gd name="connsiteY32" fmla="*/ 1272 h 1303781"/>
                <a:gd name="connsiteX33" fmla="*/ 464001 w 1564883"/>
                <a:gd name="connsiteY33" fmla="*/ 2338 h 1303781"/>
                <a:gd name="connsiteX34" fmla="*/ 214151 w 1564883"/>
                <a:gd name="connsiteY34" fmla="*/ 207832 h 1303781"/>
                <a:gd name="connsiteX35" fmla="*/ 204300 w 1564883"/>
                <a:gd name="connsiteY35" fmla="*/ 273984 h 1303781"/>
                <a:gd name="connsiteX36" fmla="*/ 204197 w 1564883"/>
                <a:gd name="connsiteY36" fmla="*/ 273984 h 1303781"/>
                <a:gd name="connsiteX37" fmla="*/ 204197 w 1564883"/>
                <a:gd name="connsiteY37" fmla="*/ 274677 h 1303781"/>
                <a:gd name="connsiteX38" fmla="*/ 204196 w 1564883"/>
                <a:gd name="connsiteY38" fmla="*/ 274680 h 1303781"/>
                <a:gd name="connsiteX39" fmla="*/ 204197 w 1564883"/>
                <a:gd name="connsiteY39" fmla="*/ 274687 h 1303781"/>
                <a:gd name="connsiteX40" fmla="*/ 204197 w 1564883"/>
                <a:gd name="connsiteY40" fmla="*/ 1074508 h 1303781"/>
                <a:gd name="connsiteX41" fmla="*/ 203070 w 1564883"/>
                <a:gd name="connsiteY41" fmla="*/ 1074508 h 1303781"/>
                <a:gd name="connsiteX42" fmla="*/ 0 w 1564883"/>
                <a:gd name="connsiteY42" fmla="*/ 1201591 h 1303781"/>
                <a:gd name="connsiteX43" fmla="*/ 288229 w 1564883"/>
                <a:gd name="connsiteY43" fmla="*/ 1303781 h 1303781"/>
                <a:gd name="connsiteX44" fmla="*/ 569908 w 1564883"/>
                <a:gd name="connsiteY44" fmla="*/ 1201591 h 1303781"/>
                <a:gd name="connsiteX45" fmla="*/ 386990 w 1564883"/>
                <a:gd name="connsiteY45" fmla="*/ 1080506 h 1303781"/>
                <a:gd name="connsiteX46" fmla="*/ 366975 w 1564883"/>
                <a:gd name="connsiteY46" fmla="*/ 1074913 h 1303781"/>
                <a:gd name="connsiteX47" fmla="*/ 368148 w 1564883"/>
                <a:gd name="connsiteY47" fmla="*/ 881179 h 1303781"/>
                <a:gd name="connsiteX48" fmla="*/ 384546 w 1564883"/>
                <a:gd name="connsiteY48" fmla="*/ 864781 h 1303781"/>
                <a:gd name="connsiteX49" fmla="*/ 400945 w 1564883"/>
                <a:gd name="connsiteY49" fmla="*/ 881179 h 1303781"/>
                <a:gd name="connsiteX50" fmla="*/ 400945 w 1564883"/>
                <a:gd name="connsiteY50" fmla="*/ 1052509 h 1303781"/>
                <a:gd name="connsiteX51" fmla="*/ 558902 w 1564883"/>
                <a:gd name="connsiteY51" fmla="*/ 1138443 h 1303781"/>
                <a:gd name="connsiteX52" fmla="*/ 667351 w 1564883"/>
                <a:gd name="connsiteY52" fmla="*/ 1150971 h 1303781"/>
                <a:gd name="connsiteX53" fmla="*/ 764482 w 1564883"/>
                <a:gd name="connsiteY53" fmla="*/ 1154433 h 1303781"/>
                <a:gd name="connsiteX54" fmla="*/ 764447 w 1564883"/>
                <a:gd name="connsiteY54" fmla="*/ 1154951 h 1303781"/>
                <a:gd name="connsiteX55" fmla="*/ 772067 w 1564883"/>
                <a:gd name="connsiteY55" fmla="*/ 1154703 h 1303781"/>
                <a:gd name="connsiteX56" fmla="*/ 779005 w 1564883"/>
                <a:gd name="connsiteY56" fmla="*/ 1154951 h 1303781"/>
                <a:gd name="connsiteX57" fmla="*/ 779005 w 1564883"/>
                <a:gd name="connsiteY57" fmla="*/ 1154478 h 1303781"/>
                <a:gd name="connsiteX58" fmla="*/ 886817 w 1564883"/>
                <a:gd name="connsiteY58" fmla="*/ 1150971 h 1303781"/>
                <a:gd name="connsiteX59" fmla="*/ 1005981 w 1564883"/>
                <a:gd name="connsiteY59" fmla="*/ 1138443 h 1303781"/>
                <a:gd name="connsiteX60" fmla="*/ 1163939 w 1564883"/>
                <a:gd name="connsiteY60" fmla="*/ 1052509 h 1303781"/>
                <a:gd name="connsiteX61" fmla="*/ 1163939 w 1564883"/>
                <a:gd name="connsiteY61" fmla="*/ 881179 h 1303781"/>
                <a:gd name="connsiteX62" fmla="*/ 1180337 w 1564883"/>
                <a:gd name="connsiteY62" fmla="*/ 864781 h 1303781"/>
                <a:gd name="connsiteX63" fmla="*/ 1196735 w 1564883"/>
                <a:gd name="connsiteY63" fmla="*/ 881179 h 1303781"/>
                <a:gd name="connsiteX64" fmla="*/ 1197908 w 1564883"/>
                <a:gd name="connsiteY64" fmla="*/ 1074913 h 1303781"/>
                <a:gd name="connsiteX65" fmla="*/ 1177893 w 1564883"/>
                <a:gd name="connsiteY65" fmla="*/ 1080506 h 1303781"/>
                <a:gd name="connsiteX66" fmla="*/ 994976 w 1564883"/>
                <a:gd name="connsiteY66" fmla="*/ 1201591 h 1303781"/>
                <a:gd name="connsiteX67" fmla="*/ 1276654 w 1564883"/>
                <a:gd name="connsiteY67" fmla="*/ 1303781 h 1303781"/>
                <a:gd name="connsiteX68" fmla="*/ 1564883 w 1564883"/>
                <a:gd name="connsiteY68" fmla="*/ 1201591 h 1303781"/>
                <a:gd name="connsiteX69" fmla="*/ 1361813 w 1564883"/>
                <a:gd name="connsiteY69" fmla="*/ 1074508 h 1303781"/>
                <a:gd name="connsiteX70" fmla="*/ 1360686 w 1564883"/>
                <a:gd name="connsiteY70" fmla="*/ 1074508 h 1303781"/>
                <a:gd name="connsiteX71" fmla="*/ 1360686 w 1564883"/>
                <a:gd name="connsiteY71" fmla="*/ 274687 h 1303781"/>
                <a:gd name="connsiteX72" fmla="*/ 1360687 w 1564883"/>
                <a:gd name="connsiteY72" fmla="*/ 274680 h 1303781"/>
                <a:gd name="connsiteX73" fmla="*/ 1360686 w 1564883"/>
                <a:gd name="connsiteY73" fmla="*/ 274677 h 1303781"/>
                <a:gd name="connsiteX74" fmla="*/ 1360686 w 1564883"/>
                <a:gd name="connsiteY74" fmla="*/ 273984 h 1303781"/>
                <a:gd name="connsiteX75" fmla="*/ 1360583 w 1564883"/>
                <a:gd name="connsiteY75" fmla="*/ 273984 h 1303781"/>
                <a:gd name="connsiteX76" fmla="*/ 1350733 w 1564883"/>
                <a:gd name="connsiteY76" fmla="*/ 207832 h 1303781"/>
                <a:gd name="connsiteX77" fmla="*/ 1100882 w 1564883"/>
                <a:gd name="connsiteY77" fmla="*/ 2338 h 1303781"/>
                <a:gd name="connsiteX78" fmla="*/ 1052653 w 1564883"/>
                <a:gd name="connsiteY78" fmla="*/ 1272 h 1303781"/>
                <a:gd name="connsiteX0" fmla="*/ 1266381 w 1564883"/>
                <a:gd name="connsiteY0" fmla="*/ 513211 h 1303781"/>
                <a:gd name="connsiteX1" fmla="*/ 1293440 w 1564883"/>
                <a:gd name="connsiteY1" fmla="*/ 527575 h 1303781"/>
                <a:gd name="connsiteX2" fmla="*/ 1270750 w 1564883"/>
                <a:gd name="connsiteY2" fmla="*/ 542351 h 1303781"/>
                <a:gd name="connsiteX3" fmla="*/ 1089253 w 1564883"/>
                <a:gd name="connsiteY3" fmla="*/ 685856 h 1303781"/>
                <a:gd name="connsiteX4" fmla="*/ 841262 w 1564883"/>
                <a:gd name="connsiteY4" fmla="*/ 849131 h 1303781"/>
                <a:gd name="connsiteX5" fmla="*/ 771066 w 1564883"/>
                <a:gd name="connsiteY5" fmla="*/ 851826 h 1303781"/>
                <a:gd name="connsiteX6" fmla="*/ 771015 w 1564883"/>
                <a:gd name="connsiteY6" fmla="*/ 853435 h 1303781"/>
                <a:gd name="connsiteX7" fmla="*/ 723621 w 1564883"/>
                <a:gd name="connsiteY7" fmla="*/ 849131 h 1303781"/>
                <a:gd name="connsiteX8" fmla="*/ 475630 w 1564883"/>
                <a:gd name="connsiteY8" fmla="*/ 685856 h 1303781"/>
                <a:gd name="connsiteX9" fmla="*/ 294133 w 1564883"/>
                <a:gd name="connsiteY9" fmla="*/ 542351 h 1303781"/>
                <a:gd name="connsiteX10" fmla="*/ 271443 w 1564883"/>
                <a:gd name="connsiteY10" fmla="*/ 527575 h 1303781"/>
                <a:gd name="connsiteX11" fmla="*/ 298502 w 1564883"/>
                <a:gd name="connsiteY11" fmla="*/ 513211 h 1303781"/>
                <a:gd name="connsiteX12" fmla="*/ 450355 w 1564883"/>
                <a:gd name="connsiteY12" fmla="*/ 612090 h 1303781"/>
                <a:gd name="connsiteX13" fmla="*/ 732819 w 1564883"/>
                <a:gd name="connsiteY13" fmla="*/ 745378 h 1303781"/>
                <a:gd name="connsiteX14" fmla="*/ 768705 w 1564883"/>
                <a:gd name="connsiteY14" fmla="*/ 746027 h 1303781"/>
                <a:gd name="connsiteX15" fmla="*/ 768685 w 1564883"/>
                <a:gd name="connsiteY15" fmla="*/ 748605 h 1303781"/>
                <a:gd name="connsiteX16" fmla="*/ 832064 w 1564883"/>
                <a:gd name="connsiteY16" fmla="*/ 745378 h 1303781"/>
                <a:gd name="connsiteX17" fmla="*/ 1114529 w 1564883"/>
                <a:gd name="connsiteY17" fmla="*/ 612090 h 1303781"/>
                <a:gd name="connsiteX18" fmla="*/ 1266381 w 1564883"/>
                <a:gd name="connsiteY18" fmla="*/ 513211 h 1303781"/>
                <a:gd name="connsiteX19" fmla="*/ 485832 w 1564883"/>
                <a:gd name="connsiteY19" fmla="*/ 123983 h 1303781"/>
                <a:gd name="connsiteX20" fmla="*/ 646102 w 1564883"/>
                <a:gd name="connsiteY20" fmla="*/ 284254 h 1303781"/>
                <a:gd name="connsiteX21" fmla="*/ 485832 w 1564883"/>
                <a:gd name="connsiteY21" fmla="*/ 444524 h 1303781"/>
                <a:gd name="connsiteX22" fmla="*/ 325561 w 1564883"/>
                <a:gd name="connsiteY22" fmla="*/ 284254 h 1303781"/>
                <a:gd name="connsiteX23" fmla="*/ 485832 w 1564883"/>
                <a:gd name="connsiteY23" fmla="*/ 123983 h 1303781"/>
                <a:gd name="connsiteX24" fmla="*/ 1079051 w 1564883"/>
                <a:gd name="connsiteY24" fmla="*/ 123983 h 1303781"/>
                <a:gd name="connsiteX25" fmla="*/ 1239322 w 1564883"/>
                <a:gd name="connsiteY25" fmla="*/ 284254 h 1303781"/>
                <a:gd name="connsiteX26" fmla="*/ 1079051 w 1564883"/>
                <a:gd name="connsiteY26" fmla="*/ 444524 h 1303781"/>
                <a:gd name="connsiteX27" fmla="*/ 918781 w 1564883"/>
                <a:gd name="connsiteY27" fmla="*/ 284254 h 1303781"/>
                <a:gd name="connsiteX28" fmla="*/ 1079051 w 1564883"/>
                <a:gd name="connsiteY28" fmla="*/ 123983 h 1303781"/>
                <a:gd name="connsiteX29" fmla="*/ 1052653 w 1564883"/>
                <a:gd name="connsiteY29" fmla="*/ 1272 h 1303781"/>
                <a:gd name="connsiteX30" fmla="*/ 817577 w 1564883"/>
                <a:gd name="connsiteY30" fmla="*/ 224470 h 1303781"/>
                <a:gd name="connsiteX31" fmla="*/ 755709 w 1564883"/>
                <a:gd name="connsiteY31" fmla="*/ 224430 h 1303781"/>
                <a:gd name="connsiteX32" fmla="*/ 512230 w 1564883"/>
                <a:gd name="connsiteY32" fmla="*/ 1272 h 1303781"/>
                <a:gd name="connsiteX33" fmla="*/ 464001 w 1564883"/>
                <a:gd name="connsiteY33" fmla="*/ 2338 h 1303781"/>
                <a:gd name="connsiteX34" fmla="*/ 214151 w 1564883"/>
                <a:gd name="connsiteY34" fmla="*/ 207832 h 1303781"/>
                <a:gd name="connsiteX35" fmla="*/ 204300 w 1564883"/>
                <a:gd name="connsiteY35" fmla="*/ 273984 h 1303781"/>
                <a:gd name="connsiteX36" fmla="*/ 204197 w 1564883"/>
                <a:gd name="connsiteY36" fmla="*/ 273984 h 1303781"/>
                <a:gd name="connsiteX37" fmla="*/ 204197 w 1564883"/>
                <a:gd name="connsiteY37" fmla="*/ 274677 h 1303781"/>
                <a:gd name="connsiteX38" fmla="*/ 204196 w 1564883"/>
                <a:gd name="connsiteY38" fmla="*/ 274680 h 1303781"/>
                <a:gd name="connsiteX39" fmla="*/ 204197 w 1564883"/>
                <a:gd name="connsiteY39" fmla="*/ 274687 h 1303781"/>
                <a:gd name="connsiteX40" fmla="*/ 204197 w 1564883"/>
                <a:gd name="connsiteY40" fmla="*/ 1074508 h 1303781"/>
                <a:gd name="connsiteX41" fmla="*/ 203070 w 1564883"/>
                <a:gd name="connsiteY41" fmla="*/ 1074508 h 1303781"/>
                <a:gd name="connsiteX42" fmla="*/ 0 w 1564883"/>
                <a:gd name="connsiteY42" fmla="*/ 1201591 h 1303781"/>
                <a:gd name="connsiteX43" fmla="*/ 288229 w 1564883"/>
                <a:gd name="connsiteY43" fmla="*/ 1303781 h 1303781"/>
                <a:gd name="connsiteX44" fmla="*/ 569908 w 1564883"/>
                <a:gd name="connsiteY44" fmla="*/ 1201591 h 1303781"/>
                <a:gd name="connsiteX45" fmla="*/ 386990 w 1564883"/>
                <a:gd name="connsiteY45" fmla="*/ 1080506 h 1303781"/>
                <a:gd name="connsiteX46" fmla="*/ 366975 w 1564883"/>
                <a:gd name="connsiteY46" fmla="*/ 1074913 h 1303781"/>
                <a:gd name="connsiteX47" fmla="*/ 368148 w 1564883"/>
                <a:gd name="connsiteY47" fmla="*/ 881179 h 1303781"/>
                <a:gd name="connsiteX48" fmla="*/ 384546 w 1564883"/>
                <a:gd name="connsiteY48" fmla="*/ 864781 h 1303781"/>
                <a:gd name="connsiteX49" fmla="*/ 400945 w 1564883"/>
                <a:gd name="connsiteY49" fmla="*/ 881179 h 1303781"/>
                <a:gd name="connsiteX50" fmla="*/ 400945 w 1564883"/>
                <a:gd name="connsiteY50" fmla="*/ 1052509 h 1303781"/>
                <a:gd name="connsiteX51" fmla="*/ 558902 w 1564883"/>
                <a:gd name="connsiteY51" fmla="*/ 1138443 h 1303781"/>
                <a:gd name="connsiteX52" fmla="*/ 667351 w 1564883"/>
                <a:gd name="connsiteY52" fmla="*/ 1150971 h 1303781"/>
                <a:gd name="connsiteX53" fmla="*/ 764482 w 1564883"/>
                <a:gd name="connsiteY53" fmla="*/ 1154433 h 1303781"/>
                <a:gd name="connsiteX54" fmla="*/ 764447 w 1564883"/>
                <a:gd name="connsiteY54" fmla="*/ 1154951 h 1303781"/>
                <a:gd name="connsiteX55" fmla="*/ 772067 w 1564883"/>
                <a:gd name="connsiteY55" fmla="*/ 1154703 h 1303781"/>
                <a:gd name="connsiteX56" fmla="*/ 779005 w 1564883"/>
                <a:gd name="connsiteY56" fmla="*/ 1154951 h 1303781"/>
                <a:gd name="connsiteX57" fmla="*/ 779005 w 1564883"/>
                <a:gd name="connsiteY57" fmla="*/ 1154478 h 1303781"/>
                <a:gd name="connsiteX58" fmla="*/ 886817 w 1564883"/>
                <a:gd name="connsiteY58" fmla="*/ 1150971 h 1303781"/>
                <a:gd name="connsiteX59" fmla="*/ 1005981 w 1564883"/>
                <a:gd name="connsiteY59" fmla="*/ 1138443 h 1303781"/>
                <a:gd name="connsiteX60" fmla="*/ 1163939 w 1564883"/>
                <a:gd name="connsiteY60" fmla="*/ 1052509 h 1303781"/>
                <a:gd name="connsiteX61" fmla="*/ 1163939 w 1564883"/>
                <a:gd name="connsiteY61" fmla="*/ 881179 h 1303781"/>
                <a:gd name="connsiteX62" fmla="*/ 1180337 w 1564883"/>
                <a:gd name="connsiteY62" fmla="*/ 864781 h 1303781"/>
                <a:gd name="connsiteX63" fmla="*/ 1196735 w 1564883"/>
                <a:gd name="connsiteY63" fmla="*/ 881179 h 1303781"/>
                <a:gd name="connsiteX64" fmla="*/ 1197908 w 1564883"/>
                <a:gd name="connsiteY64" fmla="*/ 1074913 h 1303781"/>
                <a:gd name="connsiteX65" fmla="*/ 1177893 w 1564883"/>
                <a:gd name="connsiteY65" fmla="*/ 1080506 h 1303781"/>
                <a:gd name="connsiteX66" fmla="*/ 994976 w 1564883"/>
                <a:gd name="connsiteY66" fmla="*/ 1201591 h 1303781"/>
                <a:gd name="connsiteX67" fmla="*/ 1276654 w 1564883"/>
                <a:gd name="connsiteY67" fmla="*/ 1303781 h 1303781"/>
                <a:gd name="connsiteX68" fmla="*/ 1564883 w 1564883"/>
                <a:gd name="connsiteY68" fmla="*/ 1201591 h 1303781"/>
                <a:gd name="connsiteX69" fmla="*/ 1361813 w 1564883"/>
                <a:gd name="connsiteY69" fmla="*/ 1074508 h 1303781"/>
                <a:gd name="connsiteX70" fmla="*/ 1360686 w 1564883"/>
                <a:gd name="connsiteY70" fmla="*/ 1074508 h 1303781"/>
                <a:gd name="connsiteX71" fmla="*/ 1360686 w 1564883"/>
                <a:gd name="connsiteY71" fmla="*/ 274687 h 1303781"/>
                <a:gd name="connsiteX72" fmla="*/ 1360687 w 1564883"/>
                <a:gd name="connsiteY72" fmla="*/ 274680 h 1303781"/>
                <a:gd name="connsiteX73" fmla="*/ 1360686 w 1564883"/>
                <a:gd name="connsiteY73" fmla="*/ 274677 h 1303781"/>
                <a:gd name="connsiteX74" fmla="*/ 1360686 w 1564883"/>
                <a:gd name="connsiteY74" fmla="*/ 273984 h 1303781"/>
                <a:gd name="connsiteX75" fmla="*/ 1360583 w 1564883"/>
                <a:gd name="connsiteY75" fmla="*/ 273984 h 1303781"/>
                <a:gd name="connsiteX76" fmla="*/ 1350733 w 1564883"/>
                <a:gd name="connsiteY76" fmla="*/ 207832 h 1303781"/>
                <a:gd name="connsiteX77" fmla="*/ 1100882 w 1564883"/>
                <a:gd name="connsiteY77" fmla="*/ 2338 h 1303781"/>
                <a:gd name="connsiteX78" fmla="*/ 1052653 w 1564883"/>
                <a:gd name="connsiteY78" fmla="*/ 1272 h 13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564883" h="1303781">
                  <a:moveTo>
                    <a:pt x="1266381" y="513211"/>
                  </a:moveTo>
                  <a:cubicBezTo>
                    <a:pt x="1285694" y="511137"/>
                    <a:pt x="1292712" y="522718"/>
                    <a:pt x="1293440" y="527575"/>
                  </a:cubicBezTo>
                  <a:cubicBezTo>
                    <a:pt x="1294168" y="532432"/>
                    <a:pt x="1293698" y="543514"/>
                    <a:pt x="1270750" y="542351"/>
                  </a:cubicBezTo>
                  <a:cubicBezTo>
                    <a:pt x="1244013" y="540996"/>
                    <a:pt x="1158230" y="614377"/>
                    <a:pt x="1089253" y="685856"/>
                  </a:cubicBezTo>
                  <a:cubicBezTo>
                    <a:pt x="1030472" y="746770"/>
                    <a:pt x="970551" y="827477"/>
                    <a:pt x="841262" y="849131"/>
                  </a:cubicBezTo>
                  <a:lnTo>
                    <a:pt x="771066" y="851826"/>
                  </a:lnTo>
                  <a:cubicBezTo>
                    <a:pt x="771049" y="852362"/>
                    <a:pt x="771032" y="852899"/>
                    <a:pt x="771015" y="853435"/>
                  </a:cubicBezTo>
                  <a:lnTo>
                    <a:pt x="723621" y="849131"/>
                  </a:lnTo>
                  <a:cubicBezTo>
                    <a:pt x="594333" y="827477"/>
                    <a:pt x="534411" y="746770"/>
                    <a:pt x="475630" y="685856"/>
                  </a:cubicBezTo>
                  <a:cubicBezTo>
                    <a:pt x="406653" y="614377"/>
                    <a:pt x="320870" y="540996"/>
                    <a:pt x="294133" y="542351"/>
                  </a:cubicBezTo>
                  <a:cubicBezTo>
                    <a:pt x="271185" y="543514"/>
                    <a:pt x="270715" y="532432"/>
                    <a:pt x="271443" y="527575"/>
                  </a:cubicBezTo>
                  <a:cubicBezTo>
                    <a:pt x="272171" y="522718"/>
                    <a:pt x="279189" y="511137"/>
                    <a:pt x="298502" y="513211"/>
                  </a:cubicBezTo>
                  <a:cubicBezTo>
                    <a:pt x="323555" y="513954"/>
                    <a:pt x="347929" y="528326"/>
                    <a:pt x="450355" y="612090"/>
                  </a:cubicBezTo>
                  <a:cubicBezTo>
                    <a:pt x="513144" y="663439"/>
                    <a:pt x="612614" y="734127"/>
                    <a:pt x="732819" y="745378"/>
                  </a:cubicBezTo>
                  <a:lnTo>
                    <a:pt x="768705" y="746027"/>
                  </a:lnTo>
                  <a:cubicBezTo>
                    <a:pt x="768698" y="746886"/>
                    <a:pt x="768692" y="747746"/>
                    <a:pt x="768685" y="748605"/>
                  </a:cubicBezTo>
                  <a:lnTo>
                    <a:pt x="832064" y="745378"/>
                  </a:lnTo>
                  <a:cubicBezTo>
                    <a:pt x="952270" y="734127"/>
                    <a:pt x="1051739" y="663439"/>
                    <a:pt x="1114529" y="612090"/>
                  </a:cubicBezTo>
                  <a:cubicBezTo>
                    <a:pt x="1216954" y="528326"/>
                    <a:pt x="1241328" y="513954"/>
                    <a:pt x="1266381" y="513211"/>
                  </a:cubicBezTo>
                  <a:close/>
                  <a:moveTo>
                    <a:pt x="485832" y="123983"/>
                  </a:moveTo>
                  <a:cubicBezTo>
                    <a:pt x="574346" y="123983"/>
                    <a:pt x="646102" y="195739"/>
                    <a:pt x="646102" y="284254"/>
                  </a:cubicBezTo>
                  <a:cubicBezTo>
                    <a:pt x="646102" y="372768"/>
                    <a:pt x="574346" y="444524"/>
                    <a:pt x="485832" y="444524"/>
                  </a:cubicBezTo>
                  <a:cubicBezTo>
                    <a:pt x="397317" y="444524"/>
                    <a:pt x="325561" y="372768"/>
                    <a:pt x="325561" y="284254"/>
                  </a:cubicBezTo>
                  <a:cubicBezTo>
                    <a:pt x="325561" y="195739"/>
                    <a:pt x="397317" y="123983"/>
                    <a:pt x="485832" y="123983"/>
                  </a:cubicBezTo>
                  <a:close/>
                  <a:moveTo>
                    <a:pt x="1079051" y="123983"/>
                  </a:moveTo>
                  <a:cubicBezTo>
                    <a:pt x="1167566" y="123983"/>
                    <a:pt x="1239322" y="195739"/>
                    <a:pt x="1239322" y="284254"/>
                  </a:cubicBezTo>
                  <a:cubicBezTo>
                    <a:pt x="1239322" y="372768"/>
                    <a:pt x="1167566" y="444524"/>
                    <a:pt x="1079051" y="444524"/>
                  </a:cubicBezTo>
                  <a:cubicBezTo>
                    <a:pt x="990537" y="444524"/>
                    <a:pt x="918781" y="372768"/>
                    <a:pt x="918781" y="284254"/>
                  </a:cubicBezTo>
                  <a:cubicBezTo>
                    <a:pt x="918781" y="195739"/>
                    <a:pt x="990537" y="123983"/>
                    <a:pt x="1079051" y="123983"/>
                  </a:cubicBezTo>
                  <a:close/>
                  <a:moveTo>
                    <a:pt x="1052653" y="1272"/>
                  </a:moveTo>
                  <a:cubicBezTo>
                    <a:pt x="958341" y="7315"/>
                    <a:pt x="826702" y="80536"/>
                    <a:pt x="817577" y="224470"/>
                  </a:cubicBezTo>
                  <a:cubicBezTo>
                    <a:pt x="806479" y="262557"/>
                    <a:pt x="757282" y="245875"/>
                    <a:pt x="755709" y="224430"/>
                  </a:cubicBezTo>
                  <a:cubicBezTo>
                    <a:pt x="717724" y="29630"/>
                    <a:pt x="573171" y="10510"/>
                    <a:pt x="512230" y="1272"/>
                  </a:cubicBezTo>
                  <a:cubicBezTo>
                    <a:pt x="494720" y="-1382"/>
                    <a:pt x="480805" y="684"/>
                    <a:pt x="464001" y="2338"/>
                  </a:cubicBezTo>
                  <a:cubicBezTo>
                    <a:pt x="378478" y="10758"/>
                    <a:pt x="251174" y="64845"/>
                    <a:pt x="214151" y="207832"/>
                  </a:cubicBezTo>
                  <a:lnTo>
                    <a:pt x="204300" y="273984"/>
                  </a:lnTo>
                  <a:lnTo>
                    <a:pt x="204197" y="273984"/>
                  </a:lnTo>
                  <a:lnTo>
                    <a:pt x="204197" y="274677"/>
                  </a:lnTo>
                  <a:cubicBezTo>
                    <a:pt x="204197" y="274678"/>
                    <a:pt x="204196" y="274679"/>
                    <a:pt x="204196" y="274680"/>
                  </a:cubicBezTo>
                  <a:cubicBezTo>
                    <a:pt x="204196" y="274683"/>
                    <a:pt x="204197" y="274685"/>
                    <a:pt x="204197" y="274687"/>
                  </a:cubicBezTo>
                  <a:lnTo>
                    <a:pt x="204197" y="1074508"/>
                  </a:lnTo>
                  <a:lnTo>
                    <a:pt x="203070" y="1074508"/>
                  </a:lnTo>
                  <a:cubicBezTo>
                    <a:pt x="134070" y="1095907"/>
                    <a:pt x="76861" y="1110755"/>
                    <a:pt x="0" y="1201591"/>
                  </a:cubicBezTo>
                  <a:cubicBezTo>
                    <a:pt x="143241" y="1185869"/>
                    <a:pt x="232767" y="1218623"/>
                    <a:pt x="288229" y="1303781"/>
                  </a:cubicBezTo>
                  <a:cubicBezTo>
                    <a:pt x="348059" y="1213382"/>
                    <a:pt x="465534" y="1181939"/>
                    <a:pt x="569908" y="1201591"/>
                  </a:cubicBezTo>
                  <a:cubicBezTo>
                    <a:pt x="527492" y="1130134"/>
                    <a:pt x="441945" y="1096794"/>
                    <a:pt x="386990" y="1080506"/>
                  </a:cubicBezTo>
                  <a:lnTo>
                    <a:pt x="366975" y="1074913"/>
                  </a:lnTo>
                  <a:lnTo>
                    <a:pt x="368148" y="881179"/>
                  </a:lnTo>
                  <a:cubicBezTo>
                    <a:pt x="368148" y="872123"/>
                    <a:pt x="375490" y="864781"/>
                    <a:pt x="384546" y="864781"/>
                  </a:cubicBezTo>
                  <a:cubicBezTo>
                    <a:pt x="393603" y="864781"/>
                    <a:pt x="400945" y="872123"/>
                    <a:pt x="400945" y="881179"/>
                  </a:cubicBezTo>
                  <a:lnTo>
                    <a:pt x="400945" y="1052509"/>
                  </a:lnTo>
                  <a:cubicBezTo>
                    <a:pt x="457871" y="1069756"/>
                    <a:pt x="513372" y="1088429"/>
                    <a:pt x="558902" y="1138443"/>
                  </a:cubicBezTo>
                  <a:cubicBezTo>
                    <a:pt x="594874" y="1144043"/>
                    <a:pt x="630845" y="1148219"/>
                    <a:pt x="667351" y="1150971"/>
                  </a:cubicBezTo>
                  <a:lnTo>
                    <a:pt x="764482" y="1154433"/>
                  </a:lnTo>
                  <a:cubicBezTo>
                    <a:pt x="764470" y="1154606"/>
                    <a:pt x="764459" y="1154778"/>
                    <a:pt x="764447" y="1154951"/>
                  </a:cubicBezTo>
                  <a:lnTo>
                    <a:pt x="772067" y="1154703"/>
                  </a:lnTo>
                  <a:lnTo>
                    <a:pt x="779005" y="1154951"/>
                  </a:lnTo>
                  <a:lnTo>
                    <a:pt x="779005" y="1154478"/>
                  </a:lnTo>
                  <a:lnTo>
                    <a:pt x="886817" y="1150971"/>
                  </a:lnTo>
                  <a:cubicBezTo>
                    <a:pt x="928680" y="1148219"/>
                    <a:pt x="970010" y="1144043"/>
                    <a:pt x="1005981" y="1138443"/>
                  </a:cubicBezTo>
                  <a:cubicBezTo>
                    <a:pt x="1051511" y="1088429"/>
                    <a:pt x="1107012" y="1069756"/>
                    <a:pt x="1163939" y="1052509"/>
                  </a:cubicBezTo>
                  <a:lnTo>
                    <a:pt x="1163939" y="881179"/>
                  </a:lnTo>
                  <a:cubicBezTo>
                    <a:pt x="1163939" y="872123"/>
                    <a:pt x="1171280" y="864781"/>
                    <a:pt x="1180337" y="864781"/>
                  </a:cubicBezTo>
                  <a:cubicBezTo>
                    <a:pt x="1189393" y="864781"/>
                    <a:pt x="1196735" y="872123"/>
                    <a:pt x="1196735" y="881179"/>
                  </a:cubicBezTo>
                  <a:lnTo>
                    <a:pt x="1197908" y="1074913"/>
                  </a:lnTo>
                  <a:lnTo>
                    <a:pt x="1177893" y="1080506"/>
                  </a:lnTo>
                  <a:cubicBezTo>
                    <a:pt x="1122939" y="1096794"/>
                    <a:pt x="1037391" y="1130134"/>
                    <a:pt x="994976" y="1201591"/>
                  </a:cubicBezTo>
                  <a:cubicBezTo>
                    <a:pt x="1099349" y="1181939"/>
                    <a:pt x="1216824" y="1213382"/>
                    <a:pt x="1276654" y="1303781"/>
                  </a:cubicBezTo>
                  <a:cubicBezTo>
                    <a:pt x="1332116" y="1218623"/>
                    <a:pt x="1421642" y="1185869"/>
                    <a:pt x="1564883" y="1201591"/>
                  </a:cubicBezTo>
                  <a:cubicBezTo>
                    <a:pt x="1488022" y="1110755"/>
                    <a:pt x="1430813" y="1095907"/>
                    <a:pt x="1361813" y="1074508"/>
                  </a:cubicBezTo>
                  <a:lnTo>
                    <a:pt x="1360686" y="1074508"/>
                  </a:lnTo>
                  <a:lnTo>
                    <a:pt x="1360686" y="274687"/>
                  </a:lnTo>
                  <a:cubicBezTo>
                    <a:pt x="1360686" y="274685"/>
                    <a:pt x="1360687" y="274683"/>
                    <a:pt x="1360687" y="274680"/>
                  </a:cubicBezTo>
                  <a:cubicBezTo>
                    <a:pt x="1360687" y="274679"/>
                    <a:pt x="1360686" y="274678"/>
                    <a:pt x="1360686" y="274677"/>
                  </a:cubicBezTo>
                  <a:lnTo>
                    <a:pt x="1360686" y="273984"/>
                  </a:lnTo>
                  <a:lnTo>
                    <a:pt x="1360583" y="273984"/>
                  </a:lnTo>
                  <a:lnTo>
                    <a:pt x="1350733" y="207832"/>
                  </a:lnTo>
                  <a:cubicBezTo>
                    <a:pt x="1313709" y="64845"/>
                    <a:pt x="1186405" y="10758"/>
                    <a:pt x="1100882" y="2338"/>
                  </a:cubicBezTo>
                  <a:cubicBezTo>
                    <a:pt x="1084078" y="684"/>
                    <a:pt x="1068051" y="285"/>
                    <a:pt x="1052653" y="1272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GB"/>
            </a:p>
          </p:txBody>
        </p:sp>
        <p:sp>
          <p:nvSpPr>
            <p:cNvPr id="31" name="Freeform 30"/>
            <p:cNvSpPr/>
            <p:nvPr userDrawn="1"/>
          </p:nvSpPr>
          <p:spPr>
            <a:xfrm flipH="1">
              <a:off x="3905529" y="1575008"/>
              <a:ext cx="211654" cy="120309"/>
            </a:xfrm>
            <a:custGeom>
              <a:avLst/>
              <a:gdLst>
                <a:gd name="connsiteX0" fmla="*/ 0 w 440674"/>
                <a:gd name="connsiteY0" fmla="*/ 38559 h 267159"/>
                <a:gd name="connsiteX1" fmla="*/ 41313 w 440674"/>
                <a:gd name="connsiteY1" fmla="*/ 0 h 267159"/>
                <a:gd name="connsiteX2" fmla="*/ 440674 w 440674"/>
                <a:gd name="connsiteY2" fmla="*/ 267159 h 267159"/>
                <a:gd name="connsiteX3" fmla="*/ 302964 w 440674"/>
                <a:gd name="connsiteY3" fmla="*/ 258897 h 267159"/>
                <a:gd name="connsiteX4" fmla="*/ 0 w 440674"/>
                <a:gd name="connsiteY4" fmla="*/ 38559 h 267159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674" h="250490">
                  <a:moveTo>
                    <a:pt x="0" y="21890"/>
                  </a:moveTo>
                  <a:lnTo>
                    <a:pt x="19882" y="0"/>
                  </a:lnTo>
                  <a:cubicBezTo>
                    <a:pt x="210152" y="45397"/>
                    <a:pt x="371848" y="159849"/>
                    <a:pt x="440674" y="250490"/>
                  </a:cubicBezTo>
                  <a:lnTo>
                    <a:pt x="302964" y="242228"/>
                  </a:lnTo>
                  <a:cubicBezTo>
                    <a:pt x="266269" y="164020"/>
                    <a:pt x="108131" y="69142"/>
                    <a:pt x="0" y="2189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15" name="Group 14" hidden="1"/>
          <p:cNvGrpSpPr/>
          <p:nvPr userDrawn="1"/>
        </p:nvGrpSpPr>
        <p:grpSpPr>
          <a:xfrm rot="5400000">
            <a:off x="-508379" y="754039"/>
            <a:ext cx="6858000" cy="5349922"/>
            <a:chOff x="0" y="-272955"/>
            <a:chExt cx="12192000" cy="5349922"/>
          </a:xfrm>
        </p:grpSpPr>
        <p:cxnSp>
          <p:nvCxnSpPr>
            <p:cNvPr id="16" name="Straight Connector 15"/>
            <p:cNvCxnSpPr/>
            <p:nvPr userDrawn="1"/>
          </p:nvCxnSpPr>
          <p:spPr>
            <a:xfrm>
              <a:off x="4064000" y="-272955"/>
              <a:ext cx="0" cy="53499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0" y="-272955"/>
              <a:ext cx="0" cy="53499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2192000" y="-272955"/>
              <a:ext cx="0" cy="53499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8128000" y="-272955"/>
              <a:ext cx="0" cy="53499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/>
          <p:cNvSpPr/>
          <p:nvPr userDrawn="1"/>
        </p:nvSpPr>
        <p:spPr>
          <a:xfrm>
            <a:off x="0" y="4012442"/>
            <a:ext cx="12192000" cy="2845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 19"/>
          <p:cNvSpPr/>
          <p:nvPr userDrawn="1"/>
        </p:nvSpPr>
        <p:spPr>
          <a:xfrm flipH="1">
            <a:off x="4289946" y="5125544"/>
            <a:ext cx="3612108" cy="619354"/>
          </a:xfrm>
          <a:custGeom>
            <a:avLst/>
            <a:gdLst>
              <a:gd name="connsiteX0" fmla="*/ 5876325 w 7360725"/>
              <a:gd name="connsiteY0" fmla="*/ 1024913 h 1262115"/>
              <a:gd name="connsiteX1" fmla="*/ 5718668 w 7360725"/>
              <a:gd name="connsiteY1" fmla="*/ 1113201 h 1262115"/>
              <a:gd name="connsiteX2" fmla="*/ 5778578 w 7360725"/>
              <a:gd name="connsiteY2" fmla="*/ 1113201 h 1262115"/>
              <a:gd name="connsiteX3" fmla="*/ 5876325 w 7360725"/>
              <a:gd name="connsiteY3" fmla="*/ 1024913 h 1262115"/>
              <a:gd name="connsiteX4" fmla="*/ 7203068 w 7360725"/>
              <a:gd name="connsiteY4" fmla="*/ 1024913 h 1262115"/>
              <a:gd name="connsiteX5" fmla="*/ 7300815 w 7360725"/>
              <a:gd name="connsiteY5" fmla="*/ 1113201 h 1262115"/>
              <a:gd name="connsiteX6" fmla="*/ 7360725 w 7360725"/>
              <a:gd name="connsiteY6" fmla="*/ 1113201 h 1262115"/>
              <a:gd name="connsiteX7" fmla="*/ 7203068 w 7360725"/>
              <a:gd name="connsiteY7" fmla="*/ 1024913 h 1262115"/>
              <a:gd name="connsiteX8" fmla="*/ 6994511 w 7360725"/>
              <a:gd name="connsiteY8" fmla="*/ 501491 h 1262115"/>
              <a:gd name="connsiteX9" fmla="*/ 6996765 w 7360725"/>
              <a:gd name="connsiteY9" fmla="*/ 535275 h 1262115"/>
              <a:gd name="connsiteX10" fmla="*/ 6839107 w 7360725"/>
              <a:gd name="connsiteY10" fmla="*/ 659148 h 1262115"/>
              <a:gd name="connsiteX11" fmla="*/ 6585700 w 7360725"/>
              <a:gd name="connsiteY11" fmla="*/ 816775 h 1262115"/>
              <a:gd name="connsiteX12" fmla="*/ 6482582 w 7360725"/>
              <a:gd name="connsiteY12" fmla="*/ 816775 h 1262115"/>
              <a:gd name="connsiteX13" fmla="*/ 6229176 w 7360725"/>
              <a:gd name="connsiteY13" fmla="*/ 659148 h 1262115"/>
              <a:gd name="connsiteX14" fmla="*/ 6071518 w 7360725"/>
              <a:gd name="connsiteY14" fmla="*/ 535275 h 1262115"/>
              <a:gd name="connsiteX15" fmla="*/ 6073771 w 7360725"/>
              <a:gd name="connsiteY15" fmla="*/ 501491 h 1262115"/>
              <a:gd name="connsiteX16" fmla="*/ 6220168 w 7360725"/>
              <a:gd name="connsiteY16" fmla="*/ 596085 h 1262115"/>
              <a:gd name="connsiteX17" fmla="*/ 6447838 w 7360725"/>
              <a:gd name="connsiteY17" fmla="*/ 712111 h 1262115"/>
              <a:gd name="connsiteX18" fmla="*/ 6620445 w 7360725"/>
              <a:gd name="connsiteY18" fmla="*/ 712111 h 1262115"/>
              <a:gd name="connsiteX19" fmla="*/ 6848114 w 7360725"/>
              <a:gd name="connsiteY19" fmla="*/ 596085 h 1262115"/>
              <a:gd name="connsiteX20" fmla="*/ 6994511 w 7360725"/>
              <a:gd name="connsiteY20" fmla="*/ 501491 h 1262115"/>
              <a:gd name="connsiteX21" fmla="*/ 5845680 w 7360725"/>
              <a:gd name="connsiteY21" fmla="*/ 497417 h 1262115"/>
              <a:gd name="connsiteX22" fmla="*/ 5906344 w 7360725"/>
              <a:gd name="connsiteY22" fmla="*/ 999611 h 1262115"/>
              <a:gd name="connsiteX23" fmla="*/ 5926045 w 7360725"/>
              <a:gd name="connsiteY23" fmla="*/ 1019523 h 1262115"/>
              <a:gd name="connsiteX24" fmla="*/ 5926045 w 7360725"/>
              <a:gd name="connsiteY24" fmla="*/ 526898 h 1262115"/>
              <a:gd name="connsiteX25" fmla="*/ 5909046 w 7360725"/>
              <a:gd name="connsiteY25" fmla="*/ 511599 h 1262115"/>
              <a:gd name="connsiteX26" fmla="*/ 5845680 w 7360725"/>
              <a:gd name="connsiteY26" fmla="*/ 497417 h 1262115"/>
              <a:gd name="connsiteX27" fmla="*/ 7227886 w 7360725"/>
              <a:gd name="connsiteY27" fmla="*/ 497417 h 1262115"/>
              <a:gd name="connsiteX28" fmla="*/ 7164520 w 7360725"/>
              <a:gd name="connsiteY28" fmla="*/ 511599 h 1262115"/>
              <a:gd name="connsiteX29" fmla="*/ 7147521 w 7360725"/>
              <a:gd name="connsiteY29" fmla="*/ 526898 h 1262115"/>
              <a:gd name="connsiteX30" fmla="*/ 7147521 w 7360725"/>
              <a:gd name="connsiteY30" fmla="*/ 1019523 h 1262115"/>
              <a:gd name="connsiteX31" fmla="*/ 7167222 w 7360725"/>
              <a:gd name="connsiteY31" fmla="*/ 999611 h 1262115"/>
              <a:gd name="connsiteX32" fmla="*/ 7227886 w 7360725"/>
              <a:gd name="connsiteY32" fmla="*/ 497417 h 1262115"/>
              <a:gd name="connsiteX33" fmla="*/ 2696442 w 7360725"/>
              <a:gd name="connsiteY33" fmla="*/ 300137 h 1262115"/>
              <a:gd name="connsiteX34" fmla="*/ 2696442 w 7360725"/>
              <a:gd name="connsiteY34" fmla="*/ 643037 h 1262115"/>
              <a:gd name="connsiteX35" fmla="*/ 2596951 w 7360725"/>
              <a:gd name="connsiteY35" fmla="*/ 643037 h 1262115"/>
              <a:gd name="connsiteX36" fmla="*/ 2554226 w 7360725"/>
              <a:gd name="connsiteY36" fmla="*/ 643037 h 1262115"/>
              <a:gd name="connsiteX37" fmla="*/ 2412785 w 7360725"/>
              <a:gd name="connsiteY37" fmla="*/ 643037 h 1262115"/>
              <a:gd name="connsiteX38" fmla="*/ 2241335 w 7360725"/>
              <a:gd name="connsiteY38" fmla="*/ 471587 h 1262115"/>
              <a:gd name="connsiteX39" fmla="*/ 2412785 w 7360725"/>
              <a:gd name="connsiteY39" fmla="*/ 300137 h 1262115"/>
              <a:gd name="connsiteX40" fmla="*/ 2554226 w 7360725"/>
              <a:gd name="connsiteY40" fmla="*/ 300137 h 1262115"/>
              <a:gd name="connsiteX41" fmla="*/ 2596951 w 7360725"/>
              <a:gd name="connsiteY41" fmla="*/ 300137 h 1262115"/>
              <a:gd name="connsiteX42" fmla="*/ 3627650 w 7360725"/>
              <a:gd name="connsiteY42" fmla="*/ 300137 h 1262115"/>
              <a:gd name="connsiteX43" fmla="*/ 3627650 w 7360725"/>
              <a:gd name="connsiteY43" fmla="*/ 643037 h 1262115"/>
              <a:gd name="connsiteX44" fmla="*/ 3528159 w 7360725"/>
              <a:gd name="connsiteY44" fmla="*/ 643037 h 1262115"/>
              <a:gd name="connsiteX45" fmla="*/ 3485434 w 7360725"/>
              <a:gd name="connsiteY45" fmla="*/ 643037 h 1262115"/>
              <a:gd name="connsiteX46" fmla="*/ 3343993 w 7360725"/>
              <a:gd name="connsiteY46" fmla="*/ 643037 h 1262115"/>
              <a:gd name="connsiteX47" fmla="*/ 3172543 w 7360725"/>
              <a:gd name="connsiteY47" fmla="*/ 471587 h 1262115"/>
              <a:gd name="connsiteX48" fmla="*/ 3343993 w 7360725"/>
              <a:gd name="connsiteY48" fmla="*/ 300137 h 1262115"/>
              <a:gd name="connsiteX49" fmla="*/ 3485434 w 7360725"/>
              <a:gd name="connsiteY49" fmla="*/ 300137 h 1262115"/>
              <a:gd name="connsiteX50" fmla="*/ 3528159 w 7360725"/>
              <a:gd name="connsiteY50" fmla="*/ 300137 h 1262115"/>
              <a:gd name="connsiteX51" fmla="*/ 5392881 w 7360725"/>
              <a:gd name="connsiteY51" fmla="*/ 300137 h 1262115"/>
              <a:gd name="connsiteX52" fmla="*/ 5392881 w 7360725"/>
              <a:gd name="connsiteY52" fmla="*/ 643037 h 1262115"/>
              <a:gd name="connsiteX53" fmla="*/ 5293390 w 7360725"/>
              <a:gd name="connsiteY53" fmla="*/ 643037 h 1262115"/>
              <a:gd name="connsiteX54" fmla="*/ 5250665 w 7360725"/>
              <a:gd name="connsiteY54" fmla="*/ 643037 h 1262115"/>
              <a:gd name="connsiteX55" fmla="*/ 5109224 w 7360725"/>
              <a:gd name="connsiteY55" fmla="*/ 643037 h 1262115"/>
              <a:gd name="connsiteX56" fmla="*/ 4937774 w 7360725"/>
              <a:gd name="connsiteY56" fmla="*/ 471587 h 1262115"/>
              <a:gd name="connsiteX57" fmla="*/ 5109224 w 7360725"/>
              <a:gd name="connsiteY57" fmla="*/ 300137 h 1262115"/>
              <a:gd name="connsiteX58" fmla="*/ 5250665 w 7360725"/>
              <a:gd name="connsiteY58" fmla="*/ 300137 h 1262115"/>
              <a:gd name="connsiteX59" fmla="*/ 5293390 w 7360725"/>
              <a:gd name="connsiteY59" fmla="*/ 300137 h 1262115"/>
              <a:gd name="connsiteX60" fmla="*/ 919596 w 7360725"/>
              <a:gd name="connsiteY60" fmla="*/ 291554 h 1262115"/>
              <a:gd name="connsiteX61" fmla="*/ 919596 w 7360725"/>
              <a:gd name="connsiteY61" fmla="*/ 617006 h 1262115"/>
              <a:gd name="connsiteX62" fmla="*/ 625124 w 7360725"/>
              <a:gd name="connsiteY62" fmla="*/ 617006 h 1262115"/>
              <a:gd name="connsiteX63" fmla="*/ 462398 w 7360725"/>
              <a:gd name="connsiteY63" fmla="*/ 454280 h 1262115"/>
              <a:gd name="connsiteX64" fmla="*/ 625124 w 7360725"/>
              <a:gd name="connsiteY64" fmla="*/ 291554 h 1262115"/>
              <a:gd name="connsiteX65" fmla="*/ 6256687 w 7360725"/>
              <a:gd name="connsiteY65" fmla="*/ 224244 h 1262115"/>
              <a:gd name="connsiteX66" fmla="*/ 6295138 w 7360725"/>
              <a:gd name="connsiteY66" fmla="*/ 262695 h 1262115"/>
              <a:gd name="connsiteX67" fmla="*/ 6256687 w 7360725"/>
              <a:gd name="connsiteY67" fmla="*/ 301146 h 1262115"/>
              <a:gd name="connsiteX68" fmla="*/ 6218237 w 7360725"/>
              <a:gd name="connsiteY68" fmla="*/ 262695 h 1262115"/>
              <a:gd name="connsiteX69" fmla="*/ 6256687 w 7360725"/>
              <a:gd name="connsiteY69" fmla="*/ 224244 h 1262115"/>
              <a:gd name="connsiteX70" fmla="*/ 6825032 w 7360725"/>
              <a:gd name="connsiteY70" fmla="*/ 224244 h 1262115"/>
              <a:gd name="connsiteX71" fmla="*/ 6863483 w 7360725"/>
              <a:gd name="connsiteY71" fmla="*/ 262695 h 1262115"/>
              <a:gd name="connsiteX72" fmla="*/ 6825032 w 7360725"/>
              <a:gd name="connsiteY72" fmla="*/ 301146 h 1262115"/>
              <a:gd name="connsiteX73" fmla="*/ 6786581 w 7360725"/>
              <a:gd name="connsiteY73" fmla="*/ 262695 h 1262115"/>
              <a:gd name="connsiteX74" fmla="*/ 6825032 w 7360725"/>
              <a:gd name="connsiteY74" fmla="*/ 224244 h 1262115"/>
              <a:gd name="connsiteX75" fmla="*/ 6256687 w 7360725"/>
              <a:gd name="connsiteY75" fmla="*/ 175832 h 1262115"/>
              <a:gd name="connsiteX76" fmla="*/ 6169825 w 7360725"/>
              <a:gd name="connsiteY76" fmla="*/ 262695 h 1262115"/>
              <a:gd name="connsiteX77" fmla="*/ 6256687 w 7360725"/>
              <a:gd name="connsiteY77" fmla="*/ 349558 h 1262115"/>
              <a:gd name="connsiteX78" fmla="*/ 6343550 w 7360725"/>
              <a:gd name="connsiteY78" fmla="*/ 262695 h 1262115"/>
              <a:gd name="connsiteX79" fmla="*/ 6256687 w 7360725"/>
              <a:gd name="connsiteY79" fmla="*/ 175832 h 1262115"/>
              <a:gd name="connsiteX80" fmla="*/ 6825032 w 7360725"/>
              <a:gd name="connsiteY80" fmla="*/ 175832 h 1262115"/>
              <a:gd name="connsiteX81" fmla="*/ 6738169 w 7360725"/>
              <a:gd name="connsiteY81" fmla="*/ 262695 h 1262115"/>
              <a:gd name="connsiteX82" fmla="*/ 6825032 w 7360725"/>
              <a:gd name="connsiteY82" fmla="*/ 349558 h 1262115"/>
              <a:gd name="connsiteX83" fmla="*/ 6911895 w 7360725"/>
              <a:gd name="connsiteY83" fmla="*/ 262695 h 1262115"/>
              <a:gd name="connsiteX84" fmla="*/ 6825032 w 7360725"/>
              <a:gd name="connsiteY84" fmla="*/ 175832 h 1262115"/>
              <a:gd name="connsiteX85" fmla="*/ 166255 w 7360725"/>
              <a:gd name="connsiteY85" fmla="*/ 139078 h 1262115"/>
              <a:gd name="connsiteX86" fmla="*/ 0 w 7360725"/>
              <a:gd name="connsiteY86" fmla="*/ 139078 h 1262115"/>
              <a:gd name="connsiteX87" fmla="*/ 0 w 7360725"/>
              <a:gd name="connsiteY87" fmla="*/ 1089846 h 1262115"/>
              <a:gd name="connsiteX88" fmla="*/ 166255 w 7360725"/>
              <a:gd name="connsiteY88" fmla="*/ 1089846 h 1262115"/>
              <a:gd name="connsiteX89" fmla="*/ 1943100 w 7360725"/>
              <a:gd name="connsiteY89" fmla="*/ 139078 h 1262115"/>
              <a:gd name="connsiteX90" fmla="*/ 1776845 w 7360725"/>
              <a:gd name="connsiteY90" fmla="*/ 139078 h 1262115"/>
              <a:gd name="connsiteX91" fmla="*/ 1776845 w 7360725"/>
              <a:gd name="connsiteY91" fmla="*/ 139079 h 1262115"/>
              <a:gd name="connsiteX92" fmla="*/ 1235085 w 7360725"/>
              <a:gd name="connsiteY92" fmla="*/ 139079 h 1262115"/>
              <a:gd name="connsiteX93" fmla="*/ 1235085 w 7360725"/>
              <a:gd name="connsiteY93" fmla="*/ 305334 h 1262115"/>
              <a:gd name="connsiteX94" fmla="*/ 1776845 w 7360725"/>
              <a:gd name="connsiteY94" fmla="*/ 305334 h 1262115"/>
              <a:gd name="connsiteX95" fmla="*/ 1776845 w 7360725"/>
              <a:gd name="connsiteY95" fmla="*/ 526141 h 1262115"/>
              <a:gd name="connsiteX96" fmla="*/ 1255865 w 7360725"/>
              <a:gd name="connsiteY96" fmla="*/ 526141 h 1262115"/>
              <a:gd name="connsiteX97" fmla="*/ 1255865 w 7360725"/>
              <a:gd name="connsiteY97" fmla="*/ 692396 h 1262115"/>
              <a:gd name="connsiteX98" fmla="*/ 1776845 w 7360725"/>
              <a:gd name="connsiteY98" fmla="*/ 692396 h 1262115"/>
              <a:gd name="connsiteX99" fmla="*/ 1776845 w 7360725"/>
              <a:gd name="connsiteY99" fmla="*/ 923591 h 1262115"/>
              <a:gd name="connsiteX100" fmla="*/ 1235085 w 7360725"/>
              <a:gd name="connsiteY100" fmla="*/ 923591 h 1262115"/>
              <a:gd name="connsiteX101" fmla="*/ 1235085 w 7360725"/>
              <a:gd name="connsiteY101" fmla="*/ 1089846 h 1262115"/>
              <a:gd name="connsiteX102" fmla="*/ 1776845 w 7360725"/>
              <a:gd name="connsiteY102" fmla="*/ 1089846 h 1262115"/>
              <a:gd name="connsiteX103" fmla="*/ 1776845 w 7360725"/>
              <a:gd name="connsiteY103" fmla="*/ 1089847 h 1262115"/>
              <a:gd name="connsiteX104" fmla="*/ 1943100 w 7360725"/>
              <a:gd name="connsiteY104" fmla="*/ 1089847 h 1262115"/>
              <a:gd name="connsiteX105" fmla="*/ 2862697 w 7360725"/>
              <a:gd name="connsiteY105" fmla="*/ 139078 h 1262115"/>
              <a:gd name="connsiteX106" fmla="*/ 2758787 w 7360725"/>
              <a:gd name="connsiteY106" fmla="*/ 139078 h 1262115"/>
              <a:gd name="connsiteX107" fmla="*/ 2696442 w 7360725"/>
              <a:gd name="connsiteY107" fmla="*/ 139078 h 1262115"/>
              <a:gd name="connsiteX108" fmla="*/ 2401619 w 7360725"/>
              <a:gd name="connsiteY108" fmla="*/ 139078 h 1262115"/>
              <a:gd name="connsiteX109" fmla="*/ 2069110 w 7360725"/>
              <a:gd name="connsiteY109" fmla="*/ 471587 h 1262115"/>
              <a:gd name="connsiteX110" fmla="*/ 2401619 w 7360725"/>
              <a:gd name="connsiteY110" fmla="*/ 804096 h 1262115"/>
              <a:gd name="connsiteX111" fmla="*/ 2696442 w 7360725"/>
              <a:gd name="connsiteY111" fmla="*/ 804096 h 1262115"/>
              <a:gd name="connsiteX112" fmla="*/ 2696442 w 7360725"/>
              <a:gd name="connsiteY112" fmla="*/ 1089846 h 1262115"/>
              <a:gd name="connsiteX113" fmla="*/ 2862697 w 7360725"/>
              <a:gd name="connsiteY113" fmla="*/ 1089846 h 1262115"/>
              <a:gd name="connsiteX114" fmla="*/ 3793905 w 7360725"/>
              <a:gd name="connsiteY114" fmla="*/ 139078 h 1262115"/>
              <a:gd name="connsiteX115" fmla="*/ 3689995 w 7360725"/>
              <a:gd name="connsiteY115" fmla="*/ 139078 h 1262115"/>
              <a:gd name="connsiteX116" fmla="*/ 3627650 w 7360725"/>
              <a:gd name="connsiteY116" fmla="*/ 139078 h 1262115"/>
              <a:gd name="connsiteX117" fmla="*/ 3332827 w 7360725"/>
              <a:gd name="connsiteY117" fmla="*/ 139078 h 1262115"/>
              <a:gd name="connsiteX118" fmla="*/ 3000318 w 7360725"/>
              <a:gd name="connsiteY118" fmla="*/ 471587 h 1262115"/>
              <a:gd name="connsiteX119" fmla="*/ 3332827 w 7360725"/>
              <a:gd name="connsiteY119" fmla="*/ 804096 h 1262115"/>
              <a:gd name="connsiteX120" fmla="*/ 3627650 w 7360725"/>
              <a:gd name="connsiteY120" fmla="*/ 804096 h 1262115"/>
              <a:gd name="connsiteX121" fmla="*/ 3627650 w 7360725"/>
              <a:gd name="connsiteY121" fmla="*/ 1089846 h 1262115"/>
              <a:gd name="connsiteX122" fmla="*/ 3793905 w 7360725"/>
              <a:gd name="connsiteY122" fmla="*/ 1089846 h 1262115"/>
              <a:gd name="connsiteX123" fmla="*/ 4639541 w 7360725"/>
              <a:gd name="connsiteY123" fmla="*/ 139078 h 1262115"/>
              <a:gd name="connsiteX124" fmla="*/ 4473286 w 7360725"/>
              <a:gd name="connsiteY124" fmla="*/ 139078 h 1262115"/>
              <a:gd name="connsiteX125" fmla="*/ 4473286 w 7360725"/>
              <a:gd name="connsiteY125" fmla="*/ 139079 h 1262115"/>
              <a:gd name="connsiteX126" fmla="*/ 3931526 w 7360725"/>
              <a:gd name="connsiteY126" fmla="*/ 139079 h 1262115"/>
              <a:gd name="connsiteX127" fmla="*/ 3931526 w 7360725"/>
              <a:gd name="connsiteY127" fmla="*/ 305334 h 1262115"/>
              <a:gd name="connsiteX128" fmla="*/ 4473286 w 7360725"/>
              <a:gd name="connsiteY128" fmla="*/ 305334 h 1262115"/>
              <a:gd name="connsiteX129" fmla="*/ 4473286 w 7360725"/>
              <a:gd name="connsiteY129" fmla="*/ 526141 h 1262115"/>
              <a:gd name="connsiteX130" fmla="*/ 3952306 w 7360725"/>
              <a:gd name="connsiteY130" fmla="*/ 526141 h 1262115"/>
              <a:gd name="connsiteX131" fmla="*/ 3952306 w 7360725"/>
              <a:gd name="connsiteY131" fmla="*/ 692396 h 1262115"/>
              <a:gd name="connsiteX132" fmla="*/ 4473286 w 7360725"/>
              <a:gd name="connsiteY132" fmla="*/ 692396 h 1262115"/>
              <a:gd name="connsiteX133" fmla="*/ 4473286 w 7360725"/>
              <a:gd name="connsiteY133" fmla="*/ 923591 h 1262115"/>
              <a:gd name="connsiteX134" fmla="*/ 3931526 w 7360725"/>
              <a:gd name="connsiteY134" fmla="*/ 923591 h 1262115"/>
              <a:gd name="connsiteX135" fmla="*/ 3931526 w 7360725"/>
              <a:gd name="connsiteY135" fmla="*/ 1089846 h 1262115"/>
              <a:gd name="connsiteX136" fmla="*/ 4473286 w 7360725"/>
              <a:gd name="connsiteY136" fmla="*/ 1089846 h 1262115"/>
              <a:gd name="connsiteX137" fmla="*/ 4473286 w 7360725"/>
              <a:gd name="connsiteY137" fmla="*/ 1089847 h 1262115"/>
              <a:gd name="connsiteX138" fmla="*/ 4639541 w 7360725"/>
              <a:gd name="connsiteY138" fmla="*/ 1089847 h 1262115"/>
              <a:gd name="connsiteX139" fmla="*/ 5559136 w 7360725"/>
              <a:gd name="connsiteY139" fmla="*/ 139078 h 1262115"/>
              <a:gd name="connsiteX140" fmla="*/ 5455226 w 7360725"/>
              <a:gd name="connsiteY140" fmla="*/ 139078 h 1262115"/>
              <a:gd name="connsiteX141" fmla="*/ 5392881 w 7360725"/>
              <a:gd name="connsiteY141" fmla="*/ 139078 h 1262115"/>
              <a:gd name="connsiteX142" fmla="*/ 5098058 w 7360725"/>
              <a:gd name="connsiteY142" fmla="*/ 139078 h 1262115"/>
              <a:gd name="connsiteX143" fmla="*/ 4765549 w 7360725"/>
              <a:gd name="connsiteY143" fmla="*/ 471587 h 1262115"/>
              <a:gd name="connsiteX144" fmla="*/ 5098058 w 7360725"/>
              <a:gd name="connsiteY144" fmla="*/ 804096 h 1262115"/>
              <a:gd name="connsiteX145" fmla="*/ 5392881 w 7360725"/>
              <a:gd name="connsiteY145" fmla="*/ 804096 h 1262115"/>
              <a:gd name="connsiteX146" fmla="*/ 5392881 w 7360725"/>
              <a:gd name="connsiteY146" fmla="*/ 1089846 h 1262115"/>
              <a:gd name="connsiteX147" fmla="*/ 5559136 w 7360725"/>
              <a:gd name="connsiteY147" fmla="*/ 1089846 h 1262115"/>
              <a:gd name="connsiteX148" fmla="*/ 1085851 w 7360725"/>
              <a:gd name="connsiteY148" fmla="*/ 139077 h 1262115"/>
              <a:gd name="connsiteX149" fmla="*/ 1011893 w 7360725"/>
              <a:gd name="connsiteY149" fmla="*/ 139077 h 1262115"/>
              <a:gd name="connsiteX150" fmla="*/ 919596 w 7360725"/>
              <a:gd name="connsiteY150" fmla="*/ 139077 h 1262115"/>
              <a:gd name="connsiteX151" fmla="*/ 606147 w 7360725"/>
              <a:gd name="connsiteY151" fmla="*/ 139077 h 1262115"/>
              <a:gd name="connsiteX152" fmla="*/ 290944 w 7360725"/>
              <a:gd name="connsiteY152" fmla="*/ 454280 h 1262115"/>
              <a:gd name="connsiteX153" fmla="*/ 483456 w 7360725"/>
              <a:gd name="connsiteY153" fmla="*/ 744713 h 1262115"/>
              <a:gd name="connsiteX154" fmla="*/ 535734 w 7360725"/>
              <a:gd name="connsiteY154" fmla="*/ 760941 h 1262115"/>
              <a:gd name="connsiteX155" fmla="*/ 251567 w 7360725"/>
              <a:gd name="connsiteY155" fmla="*/ 1089845 h 1262115"/>
              <a:gd name="connsiteX156" fmla="*/ 467810 w 7360725"/>
              <a:gd name="connsiteY156" fmla="*/ 1089845 h 1262115"/>
              <a:gd name="connsiteX157" fmla="*/ 744596 w 7360725"/>
              <a:gd name="connsiteY157" fmla="*/ 769483 h 1262115"/>
              <a:gd name="connsiteX158" fmla="*/ 919596 w 7360725"/>
              <a:gd name="connsiteY158" fmla="*/ 769483 h 1262115"/>
              <a:gd name="connsiteX159" fmla="*/ 919596 w 7360725"/>
              <a:gd name="connsiteY159" fmla="*/ 1089845 h 1262115"/>
              <a:gd name="connsiteX160" fmla="*/ 1085851 w 7360725"/>
              <a:gd name="connsiteY160" fmla="*/ 1089845 h 1262115"/>
              <a:gd name="connsiteX161" fmla="*/ 6256688 w 7360725"/>
              <a:gd name="connsiteY161" fmla="*/ 101872 h 1262115"/>
              <a:gd name="connsiteX162" fmla="*/ 6417511 w 7360725"/>
              <a:gd name="connsiteY162" fmla="*/ 262695 h 1262115"/>
              <a:gd name="connsiteX163" fmla="*/ 6256688 w 7360725"/>
              <a:gd name="connsiteY163" fmla="*/ 423518 h 1262115"/>
              <a:gd name="connsiteX164" fmla="*/ 6095866 w 7360725"/>
              <a:gd name="connsiteY164" fmla="*/ 262695 h 1262115"/>
              <a:gd name="connsiteX165" fmla="*/ 6256688 w 7360725"/>
              <a:gd name="connsiteY165" fmla="*/ 101872 h 1262115"/>
              <a:gd name="connsiteX166" fmla="*/ 6825033 w 7360725"/>
              <a:gd name="connsiteY166" fmla="*/ 101872 h 1262115"/>
              <a:gd name="connsiteX167" fmla="*/ 6985855 w 7360725"/>
              <a:gd name="connsiteY167" fmla="*/ 262695 h 1262115"/>
              <a:gd name="connsiteX168" fmla="*/ 6825033 w 7360725"/>
              <a:gd name="connsiteY168" fmla="*/ 423518 h 1262115"/>
              <a:gd name="connsiteX169" fmla="*/ 6664210 w 7360725"/>
              <a:gd name="connsiteY169" fmla="*/ 262695 h 1262115"/>
              <a:gd name="connsiteX170" fmla="*/ 6825033 w 7360725"/>
              <a:gd name="connsiteY170" fmla="*/ 101872 h 1262115"/>
              <a:gd name="connsiteX171" fmla="*/ 6825033 w 7360725"/>
              <a:gd name="connsiteY171" fmla="*/ 0 h 1262115"/>
              <a:gd name="connsiteX172" fmla="*/ 6582981 w 7360725"/>
              <a:gd name="connsiteY172" fmla="*/ 160442 h 1262115"/>
              <a:gd name="connsiteX173" fmla="*/ 6571421 w 7360725"/>
              <a:gd name="connsiteY173" fmla="*/ 217704 h 1262115"/>
              <a:gd name="connsiteX174" fmla="*/ 6569969 w 7360725"/>
              <a:gd name="connsiteY174" fmla="*/ 217704 h 1262115"/>
              <a:gd name="connsiteX175" fmla="*/ 6564297 w 7360725"/>
              <a:gd name="connsiteY175" fmla="*/ 231400 h 1262115"/>
              <a:gd name="connsiteX176" fmla="*/ 6540819 w 7360725"/>
              <a:gd name="connsiteY176" fmla="*/ 241125 h 1262115"/>
              <a:gd name="connsiteX177" fmla="*/ 6517340 w 7360725"/>
              <a:gd name="connsiteY177" fmla="*/ 231400 h 1262115"/>
              <a:gd name="connsiteX178" fmla="*/ 6515871 w 7360725"/>
              <a:gd name="connsiteY178" fmla="*/ 227852 h 1262115"/>
              <a:gd name="connsiteX179" fmla="*/ 6514046 w 7360725"/>
              <a:gd name="connsiteY179" fmla="*/ 209753 h 1262115"/>
              <a:gd name="connsiteX180" fmla="*/ 6256688 w 7360725"/>
              <a:gd name="connsiteY180" fmla="*/ 0 h 1262115"/>
              <a:gd name="connsiteX181" fmla="*/ 5993994 w 7360725"/>
              <a:gd name="connsiteY181" fmla="*/ 262695 h 1262115"/>
              <a:gd name="connsiteX182" fmla="*/ 5994681 w 7360725"/>
              <a:gd name="connsiteY182" fmla="*/ 269510 h 1262115"/>
              <a:gd name="connsiteX183" fmla="*/ 5993994 w 7360725"/>
              <a:gd name="connsiteY183" fmla="*/ 269510 h 1262115"/>
              <a:gd name="connsiteX184" fmla="*/ 5993994 w 7360725"/>
              <a:gd name="connsiteY184" fmla="*/ 713374 h 1262115"/>
              <a:gd name="connsiteX185" fmla="*/ 5993994 w 7360725"/>
              <a:gd name="connsiteY185" fmla="*/ 825814 h 1262115"/>
              <a:gd name="connsiteX186" fmla="*/ 5993994 w 7360725"/>
              <a:gd name="connsiteY186" fmla="*/ 1043963 h 1262115"/>
              <a:gd name="connsiteX187" fmla="*/ 5981567 w 7360725"/>
              <a:gd name="connsiteY187" fmla="*/ 1045096 h 1262115"/>
              <a:gd name="connsiteX188" fmla="*/ 5801173 w 7360725"/>
              <a:gd name="connsiteY188" fmla="*/ 1137343 h 1262115"/>
              <a:gd name="connsiteX189" fmla="*/ 5781484 w 7360725"/>
              <a:gd name="connsiteY189" fmla="*/ 1163591 h 1262115"/>
              <a:gd name="connsiteX190" fmla="*/ 5788570 w 7360725"/>
              <a:gd name="connsiteY190" fmla="*/ 1159326 h 1262115"/>
              <a:gd name="connsiteX191" fmla="*/ 5864449 w 7360725"/>
              <a:gd name="connsiteY191" fmla="*/ 1145650 h 1262115"/>
              <a:gd name="connsiteX192" fmla="*/ 6031167 w 7360725"/>
              <a:gd name="connsiteY192" fmla="*/ 1229439 h 1262115"/>
              <a:gd name="connsiteX193" fmla="*/ 6039694 w 7360725"/>
              <a:gd name="connsiteY193" fmla="*/ 1250807 h 1262115"/>
              <a:gd name="connsiteX194" fmla="*/ 6056755 w 7360725"/>
              <a:gd name="connsiteY194" fmla="*/ 1262115 h 1262115"/>
              <a:gd name="connsiteX195" fmla="*/ 6073816 w 7360725"/>
              <a:gd name="connsiteY195" fmla="*/ 1250807 h 1262115"/>
              <a:gd name="connsiteX196" fmla="*/ 6082550 w 7360725"/>
              <a:gd name="connsiteY196" fmla="*/ 1229439 h 1262115"/>
              <a:gd name="connsiteX197" fmla="*/ 6249267 w 7360725"/>
              <a:gd name="connsiteY197" fmla="*/ 1145650 h 1262115"/>
              <a:gd name="connsiteX198" fmla="*/ 6325147 w 7360725"/>
              <a:gd name="connsiteY198" fmla="*/ 1159326 h 1262115"/>
              <a:gd name="connsiteX199" fmla="*/ 6341466 w 7360725"/>
              <a:gd name="connsiteY199" fmla="*/ 1169148 h 1262115"/>
              <a:gd name="connsiteX200" fmla="*/ 6317608 w 7360725"/>
              <a:gd name="connsiteY200" fmla="*/ 1137343 h 1262115"/>
              <a:gd name="connsiteX201" fmla="*/ 6137214 w 7360725"/>
              <a:gd name="connsiteY201" fmla="*/ 1045096 h 1262115"/>
              <a:gd name="connsiteX202" fmla="*/ 6133776 w 7360725"/>
              <a:gd name="connsiteY202" fmla="*/ 1044782 h 1262115"/>
              <a:gd name="connsiteX203" fmla="*/ 6133776 w 7360725"/>
              <a:gd name="connsiteY203" fmla="*/ 825814 h 1262115"/>
              <a:gd name="connsiteX204" fmla="*/ 6179198 w 7360725"/>
              <a:gd name="connsiteY204" fmla="*/ 825814 h 1262115"/>
              <a:gd name="connsiteX205" fmla="*/ 6179198 w 7360725"/>
              <a:gd name="connsiteY205" fmla="*/ 1011890 h 1262115"/>
              <a:gd name="connsiteX206" fmla="*/ 6212031 w 7360725"/>
              <a:gd name="connsiteY206" fmla="*/ 1021237 h 1262115"/>
              <a:gd name="connsiteX207" fmla="*/ 6291611 w 7360725"/>
              <a:gd name="connsiteY207" fmla="*/ 1062157 h 1262115"/>
              <a:gd name="connsiteX208" fmla="*/ 6339391 w 7360725"/>
              <a:gd name="connsiteY208" fmla="*/ 1102079 h 1262115"/>
              <a:gd name="connsiteX209" fmla="*/ 6742280 w 7360725"/>
              <a:gd name="connsiteY209" fmla="*/ 1102079 h 1262115"/>
              <a:gd name="connsiteX210" fmla="*/ 6790060 w 7360725"/>
              <a:gd name="connsiteY210" fmla="*/ 1062157 h 1262115"/>
              <a:gd name="connsiteX211" fmla="*/ 6869641 w 7360725"/>
              <a:gd name="connsiteY211" fmla="*/ 1021237 h 1262115"/>
              <a:gd name="connsiteX212" fmla="*/ 6890907 w 7360725"/>
              <a:gd name="connsiteY212" fmla="*/ 1015183 h 1262115"/>
              <a:gd name="connsiteX213" fmla="*/ 6890907 w 7360725"/>
              <a:gd name="connsiteY213" fmla="*/ 825814 h 1262115"/>
              <a:gd name="connsiteX214" fmla="*/ 6947945 w 7360725"/>
              <a:gd name="connsiteY214" fmla="*/ 825814 h 1262115"/>
              <a:gd name="connsiteX215" fmla="*/ 6947945 w 7360725"/>
              <a:gd name="connsiteY215" fmla="*/ 1044163 h 1262115"/>
              <a:gd name="connsiteX216" fmla="*/ 6937703 w 7360725"/>
              <a:gd name="connsiteY216" fmla="*/ 1045096 h 1262115"/>
              <a:gd name="connsiteX217" fmla="*/ 6757310 w 7360725"/>
              <a:gd name="connsiteY217" fmla="*/ 1137343 h 1262115"/>
              <a:gd name="connsiteX218" fmla="*/ 6733452 w 7360725"/>
              <a:gd name="connsiteY218" fmla="*/ 1169148 h 1262115"/>
              <a:gd name="connsiteX219" fmla="*/ 6749771 w 7360725"/>
              <a:gd name="connsiteY219" fmla="*/ 1159326 h 1262115"/>
              <a:gd name="connsiteX220" fmla="*/ 6825650 w 7360725"/>
              <a:gd name="connsiteY220" fmla="*/ 1145650 h 1262115"/>
              <a:gd name="connsiteX221" fmla="*/ 6992368 w 7360725"/>
              <a:gd name="connsiteY221" fmla="*/ 1229439 h 1262115"/>
              <a:gd name="connsiteX222" fmla="*/ 7001101 w 7360725"/>
              <a:gd name="connsiteY222" fmla="*/ 1250807 h 1262115"/>
              <a:gd name="connsiteX223" fmla="*/ 7018162 w 7360725"/>
              <a:gd name="connsiteY223" fmla="*/ 1262115 h 1262115"/>
              <a:gd name="connsiteX224" fmla="*/ 7035223 w 7360725"/>
              <a:gd name="connsiteY224" fmla="*/ 1250807 h 1262115"/>
              <a:gd name="connsiteX225" fmla="*/ 7043751 w 7360725"/>
              <a:gd name="connsiteY225" fmla="*/ 1229439 h 1262115"/>
              <a:gd name="connsiteX226" fmla="*/ 7210468 w 7360725"/>
              <a:gd name="connsiteY226" fmla="*/ 1145650 h 1262115"/>
              <a:gd name="connsiteX227" fmla="*/ 7286348 w 7360725"/>
              <a:gd name="connsiteY227" fmla="*/ 1159326 h 1262115"/>
              <a:gd name="connsiteX228" fmla="*/ 7293433 w 7360725"/>
              <a:gd name="connsiteY228" fmla="*/ 1163591 h 1262115"/>
              <a:gd name="connsiteX229" fmla="*/ 7273745 w 7360725"/>
              <a:gd name="connsiteY229" fmla="*/ 1137343 h 1262115"/>
              <a:gd name="connsiteX230" fmla="*/ 7093351 w 7360725"/>
              <a:gd name="connsiteY230" fmla="*/ 1045096 h 1262115"/>
              <a:gd name="connsiteX231" fmla="*/ 7087727 w 7360725"/>
              <a:gd name="connsiteY231" fmla="*/ 1044583 h 1262115"/>
              <a:gd name="connsiteX232" fmla="*/ 7087727 w 7360725"/>
              <a:gd name="connsiteY232" fmla="*/ 825814 h 1262115"/>
              <a:gd name="connsiteX233" fmla="*/ 7087727 w 7360725"/>
              <a:gd name="connsiteY233" fmla="*/ 713374 h 1262115"/>
              <a:gd name="connsiteX234" fmla="*/ 7087727 w 7360725"/>
              <a:gd name="connsiteY234" fmla="*/ 269510 h 1262115"/>
              <a:gd name="connsiteX235" fmla="*/ 7087040 w 7360725"/>
              <a:gd name="connsiteY235" fmla="*/ 269510 h 1262115"/>
              <a:gd name="connsiteX236" fmla="*/ 7087727 w 7360725"/>
              <a:gd name="connsiteY236" fmla="*/ 262695 h 1262115"/>
              <a:gd name="connsiteX237" fmla="*/ 6825033 w 7360725"/>
              <a:gd name="connsiteY237" fmla="*/ 0 h 126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7360725" h="1262115">
                <a:moveTo>
                  <a:pt x="5876325" y="1024913"/>
                </a:moveTo>
                <a:cubicBezTo>
                  <a:pt x="5815890" y="1046459"/>
                  <a:pt x="5755455" y="1079830"/>
                  <a:pt x="5718668" y="1113201"/>
                </a:cubicBezTo>
                <a:lnTo>
                  <a:pt x="5778578" y="1113201"/>
                </a:lnTo>
                <a:cubicBezTo>
                  <a:pt x="5791454" y="1091654"/>
                  <a:pt x="5818123" y="1064195"/>
                  <a:pt x="5876325" y="1024913"/>
                </a:cubicBezTo>
                <a:close/>
                <a:moveTo>
                  <a:pt x="7203068" y="1024913"/>
                </a:moveTo>
                <a:cubicBezTo>
                  <a:pt x="7261269" y="1064195"/>
                  <a:pt x="7287939" y="1091654"/>
                  <a:pt x="7300815" y="1113201"/>
                </a:cubicBezTo>
                <a:lnTo>
                  <a:pt x="7360725" y="1113201"/>
                </a:lnTo>
                <a:cubicBezTo>
                  <a:pt x="7323938" y="1079830"/>
                  <a:pt x="7263503" y="1046459"/>
                  <a:pt x="7203068" y="1024913"/>
                </a:cubicBezTo>
                <a:close/>
                <a:moveTo>
                  <a:pt x="6994511" y="501491"/>
                </a:moveTo>
                <a:cubicBezTo>
                  <a:pt x="7029797" y="502241"/>
                  <a:pt x="7047065" y="534524"/>
                  <a:pt x="6996765" y="535275"/>
                </a:cubicBezTo>
                <a:cubicBezTo>
                  <a:pt x="6936705" y="541282"/>
                  <a:pt x="6902026" y="590543"/>
                  <a:pt x="6839107" y="659148"/>
                </a:cubicBezTo>
                <a:cubicBezTo>
                  <a:pt x="6780970" y="722539"/>
                  <a:pt x="6731455" y="797714"/>
                  <a:pt x="6585700" y="816775"/>
                </a:cubicBezTo>
                <a:cubicBezTo>
                  <a:pt x="6546823" y="819026"/>
                  <a:pt x="6514703" y="823531"/>
                  <a:pt x="6482582" y="816775"/>
                </a:cubicBezTo>
                <a:cubicBezTo>
                  <a:pt x="6336827" y="797714"/>
                  <a:pt x="6287313" y="722539"/>
                  <a:pt x="6229176" y="659148"/>
                </a:cubicBezTo>
                <a:cubicBezTo>
                  <a:pt x="6166257" y="590543"/>
                  <a:pt x="6131577" y="541282"/>
                  <a:pt x="6071518" y="535275"/>
                </a:cubicBezTo>
                <a:cubicBezTo>
                  <a:pt x="6021217" y="534524"/>
                  <a:pt x="6038485" y="502241"/>
                  <a:pt x="6073771" y="501491"/>
                </a:cubicBezTo>
                <a:cubicBezTo>
                  <a:pt x="6112810" y="507122"/>
                  <a:pt x="6163877" y="531556"/>
                  <a:pt x="6220168" y="596085"/>
                </a:cubicBezTo>
                <a:cubicBezTo>
                  <a:pt x="6266340" y="649012"/>
                  <a:pt x="6356640" y="693073"/>
                  <a:pt x="6447838" y="712111"/>
                </a:cubicBezTo>
                <a:cubicBezTo>
                  <a:pt x="6505374" y="721119"/>
                  <a:pt x="6560658" y="721120"/>
                  <a:pt x="6620445" y="712111"/>
                </a:cubicBezTo>
                <a:cubicBezTo>
                  <a:pt x="6711643" y="693073"/>
                  <a:pt x="6801943" y="649012"/>
                  <a:pt x="6848114" y="596085"/>
                </a:cubicBezTo>
                <a:cubicBezTo>
                  <a:pt x="6904406" y="531556"/>
                  <a:pt x="6955473" y="507122"/>
                  <a:pt x="6994511" y="501491"/>
                </a:cubicBezTo>
                <a:close/>
                <a:moveTo>
                  <a:pt x="5845680" y="497417"/>
                </a:moveTo>
                <a:cubicBezTo>
                  <a:pt x="5742153" y="515265"/>
                  <a:pt x="5667927" y="730905"/>
                  <a:pt x="5906344" y="999611"/>
                </a:cubicBezTo>
                <a:lnTo>
                  <a:pt x="5926045" y="1019523"/>
                </a:lnTo>
                <a:lnTo>
                  <a:pt x="5926045" y="526898"/>
                </a:lnTo>
                <a:lnTo>
                  <a:pt x="5909046" y="511599"/>
                </a:lnTo>
                <a:cubicBezTo>
                  <a:pt x="5888263" y="498188"/>
                  <a:pt x="5866386" y="493846"/>
                  <a:pt x="5845680" y="497417"/>
                </a:cubicBezTo>
                <a:close/>
                <a:moveTo>
                  <a:pt x="7227886" y="497417"/>
                </a:moveTo>
                <a:cubicBezTo>
                  <a:pt x="7207180" y="493846"/>
                  <a:pt x="7185303" y="498188"/>
                  <a:pt x="7164520" y="511599"/>
                </a:cubicBezTo>
                <a:lnTo>
                  <a:pt x="7147521" y="526898"/>
                </a:lnTo>
                <a:lnTo>
                  <a:pt x="7147521" y="1019523"/>
                </a:lnTo>
                <a:lnTo>
                  <a:pt x="7167222" y="999611"/>
                </a:lnTo>
                <a:cubicBezTo>
                  <a:pt x="7405639" y="730905"/>
                  <a:pt x="7331413" y="515265"/>
                  <a:pt x="7227886" y="497417"/>
                </a:cubicBezTo>
                <a:close/>
                <a:moveTo>
                  <a:pt x="2696442" y="300137"/>
                </a:moveTo>
                <a:lnTo>
                  <a:pt x="2696442" y="643037"/>
                </a:lnTo>
                <a:lnTo>
                  <a:pt x="2596951" y="643037"/>
                </a:lnTo>
                <a:lnTo>
                  <a:pt x="2554226" y="643037"/>
                </a:lnTo>
                <a:lnTo>
                  <a:pt x="2412785" y="643037"/>
                </a:lnTo>
                <a:cubicBezTo>
                  <a:pt x="2318096" y="643037"/>
                  <a:pt x="2241335" y="566277"/>
                  <a:pt x="2241335" y="471587"/>
                </a:cubicBezTo>
                <a:cubicBezTo>
                  <a:pt x="2241335" y="376898"/>
                  <a:pt x="2318096" y="300137"/>
                  <a:pt x="2412785" y="300137"/>
                </a:cubicBezTo>
                <a:lnTo>
                  <a:pt x="2554226" y="300137"/>
                </a:lnTo>
                <a:lnTo>
                  <a:pt x="2596951" y="300137"/>
                </a:lnTo>
                <a:close/>
                <a:moveTo>
                  <a:pt x="3627650" y="300137"/>
                </a:moveTo>
                <a:lnTo>
                  <a:pt x="3627650" y="643037"/>
                </a:lnTo>
                <a:lnTo>
                  <a:pt x="3528159" y="643037"/>
                </a:lnTo>
                <a:lnTo>
                  <a:pt x="3485434" y="643037"/>
                </a:lnTo>
                <a:lnTo>
                  <a:pt x="3343993" y="643037"/>
                </a:lnTo>
                <a:cubicBezTo>
                  <a:pt x="3249304" y="643037"/>
                  <a:pt x="3172543" y="566277"/>
                  <a:pt x="3172543" y="471587"/>
                </a:cubicBezTo>
                <a:cubicBezTo>
                  <a:pt x="3172543" y="376898"/>
                  <a:pt x="3249304" y="300137"/>
                  <a:pt x="3343993" y="300137"/>
                </a:cubicBezTo>
                <a:lnTo>
                  <a:pt x="3485434" y="300137"/>
                </a:lnTo>
                <a:lnTo>
                  <a:pt x="3528159" y="300137"/>
                </a:lnTo>
                <a:close/>
                <a:moveTo>
                  <a:pt x="5392881" y="300137"/>
                </a:moveTo>
                <a:lnTo>
                  <a:pt x="5392881" y="643037"/>
                </a:lnTo>
                <a:lnTo>
                  <a:pt x="5293390" y="643037"/>
                </a:lnTo>
                <a:lnTo>
                  <a:pt x="5250665" y="643037"/>
                </a:lnTo>
                <a:lnTo>
                  <a:pt x="5109224" y="643037"/>
                </a:lnTo>
                <a:cubicBezTo>
                  <a:pt x="5014535" y="643037"/>
                  <a:pt x="4937774" y="566277"/>
                  <a:pt x="4937774" y="471587"/>
                </a:cubicBezTo>
                <a:cubicBezTo>
                  <a:pt x="4937774" y="376898"/>
                  <a:pt x="5014535" y="300137"/>
                  <a:pt x="5109224" y="300137"/>
                </a:cubicBezTo>
                <a:lnTo>
                  <a:pt x="5250665" y="300137"/>
                </a:lnTo>
                <a:lnTo>
                  <a:pt x="5293390" y="300137"/>
                </a:lnTo>
                <a:close/>
                <a:moveTo>
                  <a:pt x="919596" y="291554"/>
                </a:moveTo>
                <a:lnTo>
                  <a:pt x="919596" y="617006"/>
                </a:lnTo>
                <a:lnTo>
                  <a:pt x="625124" y="617006"/>
                </a:lnTo>
                <a:cubicBezTo>
                  <a:pt x="535253" y="617006"/>
                  <a:pt x="462398" y="544151"/>
                  <a:pt x="462398" y="454280"/>
                </a:cubicBezTo>
                <a:cubicBezTo>
                  <a:pt x="462398" y="364409"/>
                  <a:pt x="535253" y="291554"/>
                  <a:pt x="625124" y="291554"/>
                </a:cubicBezTo>
                <a:close/>
                <a:moveTo>
                  <a:pt x="6256687" y="224244"/>
                </a:moveTo>
                <a:cubicBezTo>
                  <a:pt x="6277924" y="224244"/>
                  <a:pt x="6295138" y="241459"/>
                  <a:pt x="6295138" y="262695"/>
                </a:cubicBezTo>
                <a:cubicBezTo>
                  <a:pt x="6295138" y="283931"/>
                  <a:pt x="6277924" y="301146"/>
                  <a:pt x="6256687" y="301146"/>
                </a:cubicBezTo>
                <a:cubicBezTo>
                  <a:pt x="6235452" y="301146"/>
                  <a:pt x="6218237" y="283931"/>
                  <a:pt x="6218237" y="262695"/>
                </a:cubicBezTo>
                <a:cubicBezTo>
                  <a:pt x="6218237" y="241459"/>
                  <a:pt x="6235452" y="224244"/>
                  <a:pt x="6256687" y="224244"/>
                </a:cubicBezTo>
                <a:close/>
                <a:moveTo>
                  <a:pt x="6825032" y="224244"/>
                </a:moveTo>
                <a:cubicBezTo>
                  <a:pt x="6846268" y="224244"/>
                  <a:pt x="6863483" y="241459"/>
                  <a:pt x="6863483" y="262695"/>
                </a:cubicBezTo>
                <a:cubicBezTo>
                  <a:pt x="6863483" y="283931"/>
                  <a:pt x="6846268" y="301146"/>
                  <a:pt x="6825032" y="301146"/>
                </a:cubicBezTo>
                <a:cubicBezTo>
                  <a:pt x="6803796" y="301146"/>
                  <a:pt x="6786581" y="283931"/>
                  <a:pt x="6786581" y="262695"/>
                </a:cubicBezTo>
                <a:cubicBezTo>
                  <a:pt x="6786581" y="241459"/>
                  <a:pt x="6803796" y="224244"/>
                  <a:pt x="6825032" y="224244"/>
                </a:cubicBezTo>
                <a:close/>
                <a:moveTo>
                  <a:pt x="6256687" y="175832"/>
                </a:moveTo>
                <a:cubicBezTo>
                  <a:pt x="6208714" y="175832"/>
                  <a:pt x="6169825" y="214722"/>
                  <a:pt x="6169825" y="262695"/>
                </a:cubicBezTo>
                <a:cubicBezTo>
                  <a:pt x="6169825" y="310669"/>
                  <a:pt x="6208714" y="349558"/>
                  <a:pt x="6256687" y="349558"/>
                </a:cubicBezTo>
                <a:cubicBezTo>
                  <a:pt x="6304661" y="349558"/>
                  <a:pt x="6343550" y="310669"/>
                  <a:pt x="6343550" y="262695"/>
                </a:cubicBezTo>
                <a:cubicBezTo>
                  <a:pt x="6343550" y="214722"/>
                  <a:pt x="6304661" y="175832"/>
                  <a:pt x="6256687" y="175832"/>
                </a:cubicBezTo>
                <a:close/>
                <a:moveTo>
                  <a:pt x="6825032" y="175832"/>
                </a:moveTo>
                <a:cubicBezTo>
                  <a:pt x="6777059" y="175832"/>
                  <a:pt x="6738169" y="214722"/>
                  <a:pt x="6738169" y="262695"/>
                </a:cubicBezTo>
                <a:cubicBezTo>
                  <a:pt x="6738169" y="310669"/>
                  <a:pt x="6777059" y="349558"/>
                  <a:pt x="6825032" y="349558"/>
                </a:cubicBezTo>
                <a:cubicBezTo>
                  <a:pt x="6873005" y="349558"/>
                  <a:pt x="6911895" y="310669"/>
                  <a:pt x="6911895" y="262695"/>
                </a:cubicBezTo>
                <a:cubicBezTo>
                  <a:pt x="6911895" y="214722"/>
                  <a:pt x="6873005" y="175832"/>
                  <a:pt x="6825032" y="175832"/>
                </a:cubicBezTo>
                <a:close/>
                <a:moveTo>
                  <a:pt x="166255" y="139078"/>
                </a:moveTo>
                <a:lnTo>
                  <a:pt x="0" y="139078"/>
                </a:lnTo>
                <a:lnTo>
                  <a:pt x="0" y="1089846"/>
                </a:lnTo>
                <a:lnTo>
                  <a:pt x="166255" y="1089846"/>
                </a:lnTo>
                <a:close/>
                <a:moveTo>
                  <a:pt x="1943100" y="139078"/>
                </a:moveTo>
                <a:lnTo>
                  <a:pt x="1776845" y="139078"/>
                </a:lnTo>
                <a:lnTo>
                  <a:pt x="1776845" y="139079"/>
                </a:lnTo>
                <a:lnTo>
                  <a:pt x="1235085" y="139079"/>
                </a:lnTo>
                <a:lnTo>
                  <a:pt x="1235085" y="305334"/>
                </a:lnTo>
                <a:lnTo>
                  <a:pt x="1776845" y="305334"/>
                </a:lnTo>
                <a:lnTo>
                  <a:pt x="1776845" y="526141"/>
                </a:lnTo>
                <a:lnTo>
                  <a:pt x="1255865" y="526141"/>
                </a:lnTo>
                <a:lnTo>
                  <a:pt x="1255865" y="692396"/>
                </a:lnTo>
                <a:lnTo>
                  <a:pt x="1776845" y="692396"/>
                </a:lnTo>
                <a:lnTo>
                  <a:pt x="1776845" y="923591"/>
                </a:lnTo>
                <a:lnTo>
                  <a:pt x="1235085" y="923591"/>
                </a:lnTo>
                <a:lnTo>
                  <a:pt x="1235085" y="1089846"/>
                </a:lnTo>
                <a:lnTo>
                  <a:pt x="1776845" y="1089846"/>
                </a:lnTo>
                <a:lnTo>
                  <a:pt x="1776845" y="1089847"/>
                </a:lnTo>
                <a:lnTo>
                  <a:pt x="1943100" y="1089847"/>
                </a:lnTo>
                <a:close/>
                <a:moveTo>
                  <a:pt x="2862697" y="139078"/>
                </a:moveTo>
                <a:lnTo>
                  <a:pt x="2758787" y="139078"/>
                </a:lnTo>
                <a:lnTo>
                  <a:pt x="2696442" y="139078"/>
                </a:lnTo>
                <a:lnTo>
                  <a:pt x="2401619" y="139078"/>
                </a:lnTo>
                <a:cubicBezTo>
                  <a:pt x="2217979" y="139078"/>
                  <a:pt x="2069110" y="287947"/>
                  <a:pt x="2069110" y="471587"/>
                </a:cubicBezTo>
                <a:cubicBezTo>
                  <a:pt x="2069110" y="655227"/>
                  <a:pt x="2217979" y="804096"/>
                  <a:pt x="2401619" y="804096"/>
                </a:cubicBezTo>
                <a:lnTo>
                  <a:pt x="2696442" y="804096"/>
                </a:lnTo>
                <a:lnTo>
                  <a:pt x="2696442" y="1089846"/>
                </a:lnTo>
                <a:lnTo>
                  <a:pt x="2862697" y="1089846"/>
                </a:lnTo>
                <a:close/>
                <a:moveTo>
                  <a:pt x="3793905" y="139078"/>
                </a:moveTo>
                <a:lnTo>
                  <a:pt x="3689995" y="139078"/>
                </a:lnTo>
                <a:lnTo>
                  <a:pt x="3627650" y="139078"/>
                </a:lnTo>
                <a:lnTo>
                  <a:pt x="3332827" y="139078"/>
                </a:lnTo>
                <a:cubicBezTo>
                  <a:pt x="3149187" y="139078"/>
                  <a:pt x="3000318" y="287947"/>
                  <a:pt x="3000318" y="471587"/>
                </a:cubicBezTo>
                <a:cubicBezTo>
                  <a:pt x="3000318" y="655227"/>
                  <a:pt x="3149187" y="804096"/>
                  <a:pt x="3332827" y="804096"/>
                </a:cubicBezTo>
                <a:lnTo>
                  <a:pt x="3627650" y="804096"/>
                </a:lnTo>
                <a:lnTo>
                  <a:pt x="3627650" y="1089846"/>
                </a:lnTo>
                <a:lnTo>
                  <a:pt x="3793905" y="1089846"/>
                </a:lnTo>
                <a:close/>
                <a:moveTo>
                  <a:pt x="4639541" y="139078"/>
                </a:moveTo>
                <a:lnTo>
                  <a:pt x="4473286" y="139078"/>
                </a:lnTo>
                <a:lnTo>
                  <a:pt x="4473286" y="139079"/>
                </a:lnTo>
                <a:lnTo>
                  <a:pt x="3931526" y="139079"/>
                </a:lnTo>
                <a:lnTo>
                  <a:pt x="3931526" y="305334"/>
                </a:lnTo>
                <a:lnTo>
                  <a:pt x="4473286" y="305334"/>
                </a:lnTo>
                <a:lnTo>
                  <a:pt x="4473286" y="526141"/>
                </a:lnTo>
                <a:lnTo>
                  <a:pt x="3952306" y="526141"/>
                </a:lnTo>
                <a:lnTo>
                  <a:pt x="3952306" y="692396"/>
                </a:lnTo>
                <a:lnTo>
                  <a:pt x="4473286" y="692396"/>
                </a:lnTo>
                <a:lnTo>
                  <a:pt x="4473286" y="923591"/>
                </a:lnTo>
                <a:lnTo>
                  <a:pt x="3931526" y="923591"/>
                </a:lnTo>
                <a:lnTo>
                  <a:pt x="3931526" y="1089846"/>
                </a:lnTo>
                <a:lnTo>
                  <a:pt x="4473286" y="1089846"/>
                </a:lnTo>
                <a:lnTo>
                  <a:pt x="4473286" y="1089847"/>
                </a:lnTo>
                <a:lnTo>
                  <a:pt x="4639541" y="1089847"/>
                </a:lnTo>
                <a:close/>
                <a:moveTo>
                  <a:pt x="5559136" y="139078"/>
                </a:moveTo>
                <a:lnTo>
                  <a:pt x="5455226" y="139078"/>
                </a:lnTo>
                <a:lnTo>
                  <a:pt x="5392881" y="139078"/>
                </a:lnTo>
                <a:lnTo>
                  <a:pt x="5098058" y="139078"/>
                </a:lnTo>
                <a:cubicBezTo>
                  <a:pt x="4914418" y="139078"/>
                  <a:pt x="4765549" y="287947"/>
                  <a:pt x="4765549" y="471587"/>
                </a:cubicBezTo>
                <a:cubicBezTo>
                  <a:pt x="4765549" y="655227"/>
                  <a:pt x="4914418" y="804096"/>
                  <a:pt x="5098058" y="804096"/>
                </a:cubicBezTo>
                <a:lnTo>
                  <a:pt x="5392881" y="804096"/>
                </a:lnTo>
                <a:lnTo>
                  <a:pt x="5392881" y="1089846"/>
                </a:lnTo>
                <a:lnTo>
                  <a:pt x="5559136" y="1089846"/>
                </a:lnTo>
                <a:close/>
                <a:moveTo>
                  <a:pt x="1085851" y="139077"/>
                </a:moveTo>
                <a:lnTo>
                  <a:pt x="1011893" y="139077"/>
                </a:lnTo>
                <a:lnTo>
                  <a:pt x="919596" y="139077"/>
                </a:lnTo>
                <a:lnTo>
                  <a:pt x="606147" y="139077"/>
                </a:lnTo>
                <a:cubicBezTo>
                  <a:pt x="432065" y="139077"/>
                  <a:pt x="290944" y="280198"/>
                  <a:pt x="290944" y="454280"/>
                </a:cubicBezTo>
                <a:cubicBezTo>
                  <a:pt x="290944" y="584841"/>
                  <a:pt x="370325" y="696862"/>
                  <a:pt x="483456" y="744713"/>
                </a:cubicBezTo>
                <a:lnTo>
                  <a:pt x="535734" y="760941"/>
                </a:lnTo>
                <a:lnTo>
                  <a:pt x="251567" y="1089845"/>
                </a:lnTo>
                <a:lnTo>
                  <a:pt x="467810" y="1089845"/>
                </a:lnTo>
                <a:lnTo>
                  <a:pt x="744596" y="769483"/>
                </a:lnTo>
                <a:lnTo>
                  <a:pt x="919596" y="769483"/>
                </a:lnTo>
                <a:lnTo>
                  <a:pt x="919596" y="1089845"/>
                </a:lnTo>
                <a:lnTo>
                  <a:pt x="1085851" y="1089845"/>
                </a:lnTo>
                <a:close/>
                <a:moveTo>
                  <a:pt x="6256688" y="101872"/>
                </a:moveTo>
                <a:cubicBezTo>
                  <a:pt x="6345509" y="101872"/>
                  <a:pt x="6417511" y="173875"/>
                  <a:pt x="6417511" y="262695"/>
                </a:cubicBezTo>
                <a:cubicBezTo>
                  <a:pt x="6417511" y="351515"/>
                  <a:pt x="6345509" y="423518"/>
                  <a:pt x="6256688" y="423518"/>
                </a:cubicBezTo>
                <a:cubicBezTo>
                  <a:pt x="6167868" y="423518"/>
                  <a:pt x="6095866" y="351515"/>
                  <a:pt x="6095866" y="262695"/>
                </a:cubicBezTo>
                <a:cubicBezTo>
                  <a:pt x="6095866" y="173875"/>
                  <a:pt x="6167868" y="101872"/>
                  <a:pt x="6256688" y="101872"/>
                </a:cubicBezTo>
                <a:close/>
                <a:moveTo>
                  <a:pt x="6825033" y="101872"/>
                </a:moveTo>
                <a:cubicBezTo>
                  <a:pt x="6913853" y="101872"/>
                  <a:pt x="6985855" y="173875"/>
                  <a:pt x="6985855" y="262695"/>
                </a:cubicBezTo>
                <a:cubicBezTo>
                  <a:pt x="6985855" y="351515"/>
                  <a:pt x="6913853" y="423518"/>
                  <a:pt x="6825033" y="423518"/>
                </a:cubicBezTo>
                <a:cubicBezTo>
                  <a:pt x="6736212" y="423518"/>
                  <a:pt x="6664210" y="351515"/>
                  <a:pt x="6664210" y="262695"/>
                </a:cubicBezTo>
                <a:cubicBezTo>
                  <a:pt x="6664210" y="173875"/>
                  <a:pt x="6736212" y="101872"/>
                  <a:pt x="6825033" y="101872"/>
                </a:cubicBezTo>
                <a:close/>
                <a:moveTo>
                  <a:pt x="6825033" y="0"/>
                </a:moveTo>
                <a:cubicBezTo>
                  <a:pt x="6716220" y="0"/>
                  <a:pt x="6622861" y="66157"/>
                  <a:pt x="6582981" y="160442"/>
                </a:cubicBezTo>
                <a:lnTo>
                  <a:pt x="6571421" y="217704"/>
                </a:lnTo>
                <a:lnTo>
                  <a:pt x="6569969" y="217704"/>
                </a:lnTo>
                <a:lnTo>
                  <a:pt x="6564297" y="231400"/>
                </a:lnTo>
                <a:cubicBezTo>
                  <a:pt x="6558288" y="237409"/>
                  <a:pt x="6549987" y="241125"/>
                  <a:pt x="6540819" y="241125"/>
                </a:cubicBezTo>
                <a:cubicBezTo>
                  <a:pt x="6531649" y="241125"/>
                  <a:pt x="6523349" y="237409"/>
                  <a:pt x="6517340" y="231400"/>
                </a:cubicBezTo>
                <a:lnTo>
                  <a:pt x="6515871" y="227852"/>
                </a:lnTo>
                <a:lnTo>
                  <a:pt x="6514046" y="209753"/>
                </a:lnTo>
                <a:cubicBezTo>
                  <a:pt x="6489551" y="90047"/>
                  <a:pt x="6383636" y="0"/>
                  <a:pt x="6256688" y="0"/>
                </a:cubicBezTo>
                <a:cubicBezTo>
                  <a:pt x="6111606" y="0"/>
                  <a:pt x="5993994" y="117612"/>
                  <a:pt x="5993994" y="262695"/>
                </a:cubicBezTo>
                <a:lnTo>
                  <a:pt x="5994681" y="269510"/>
                </a:lnTo>
                <a:lnTo>
                  <a:pt x="5993994" y="269510"/>
                </a:lnTo>
                <a:lnTo>
                  <a:pt x="5993994" y="713374"/>
                </a:lnTo>
                <a:lnTo>
                  <a:pt x="5993994" y="825814"/>
                </a:lnTo>
                <a:lnTo>
                  <a:pt x="5993994" y="1043963"/>
                </a:lnTo>
                <a:lnTo>
                  <a:pt x="5981567" y="1045096"/>
                </a:lnTo>
                <a:cubicBezTo>
                  <a:pt x="5906944" y="1058988"/>
                  <a:pt x="5843143" y="1092392"/>
                  <a:pt x="5801173" y="1137343"/>
                </a:cubicBezTo>
                <a:lnTo>
                  <a:pt x="5781484" y="1163591"/>
                </a:lnTo>
                <a:lnTo>
                  <a:pt x="5788570" y="1159326"/>
                </a:lnTo>
                <a:cubicBezTo>
                  <a:pt x="5811892" y="1150520"/>
                  <a:pt x="5837534" y="1145650"/>
                  <a:pt x="5864449" y="1145650"/>
                </a:cubicBezTo>
                <a:cubicBezTo>
                  <a:pt x="5935103" y="1145650"/>
                  <a:pt x="5996977" y="1179206"/>
                  <a:pt x="6031167" y="1229439"/>
                </a:cubicBezTo>
                <a:lnTo>
                  <a:pt x="6039694" y="1250807"/>
                </a:lnTo>
                <a:cubicBezTo>
                  <a:pt x="6042505" y="1257453"/>
                  <a:pt x="6049086" y="1262115"/>
                  <a:pt x="6056755" y="1262115"/>
                </a:cubicBezTo>
                <a:cubicBezTo>
                  <a:pt x="6064424" y="1262115"/>
                  <a:pt x="6071005" y="1257453"/>
                  <a:pt x="6073816" y="1250807"/>
                </a:cubicBezTo>
                <a:lnTo>
                  <a:pt x="6082550" y="1229439"/>
                </a:lnTo>
                <a:cubicBezTo>
                  <a:pt x="6116739" y="1179206"/>
                  <a:pt x="6178614" y="1145650"/>
                  <a:pt x="6249267" y="1145650"/>
                </a:cubicBezTo>
                <a:cubicBezTo>
                  <a:pt x="6276183" y="1145650"/>
                  <a:pt x="6301825" y="1150520"/>
                  <a:pt x="6325147" y="1159326"/>
                </a:cubicBezTo>
                <a:lnTo>
                  <a:pt x="6341466" y="1169148"/>
                </a:lnTo>
                <a:lnTo>
                  <a:pt x="6317608" y="1137343"/>
                </a:lnTo>
                <a:cubicBezTo>
                  <a:pt x="6275637" y="1092392"/>
                  <a:pt x="6211837" y="1058988"/>
                  <a:pt x="6137214" y="1045096"/>
                </a:cubicBezTo>
                <a:lnTo>
                  <a:pt x="6133776" y="1044782"/>
                </a:lnTo>
                <a:lnTo>
                  <a:pt x="6133776" y="825814"/>
                </a:lnTo>
                <a:lnTo>
                  <a:pt x="6179198" y="825814"/>
                </a:lnTo>
                <a:lnTo>
                  <a:pt x="6179198" y="1011890"/>
                </a:lnTo>
                <a:lnTo>
                  <a:pt x="6212031" y="1021237"/>
                </a:lnTo>
                <a:cubicBezTo>
                  <a:pt x="6240838" y="1032560"/>
                  <a:pt x="6267541" y="1046328"/>
                  <a:pt x="6291611" y="1062157"/>
                </a:cubicBezTo>
                <a:lnTo>
                  <a:pt x="6339391" y="1102079"/>
                </a:lnTo>
                <a:lnTo>
                  <a:pt x="6742280" y="1102079"/>
                </a:lnTo>
                <a:lnTo>
                  <a:pt x="6790060" y="1062157"/>
                </a:lnTo>
                <a:cubicBezTo>
                  <a:pt x="6814130" y="1046328"/>
                  <a:pt x="6840834" y="1032560"/>
                  <a:pt x="6869641" y="1021237"/>
                </a:cubicBezTo>
                <a:lnTo>
                  <a:pt x="6890907" y="1015183"/>
                </a:lnTo>
                <a:lnTo>
                  <a:pt x="6890907" y="825814"/>
                </a:lnTo>
                <a:lnTo>
                  <a:pt x="6947945" y="825814"/>
                </a:lnTo>
                <a:lnTo>
                  <a:pt x="6947945" y="1044163"/>
                </a:lnTo>
                <a:lnTo>
                  <a:pt x="6937703" y="1045096"/>
                </a:lnTo>
                <a:cubicBezTo>
                  <a:pt x="6863081" y="1058988"/>
                  <a:pt x="6799280" y="1092392"/>
                  <a:pt x="6757310" y="1137343"/>
                </a:cubicBezTo>
                <a:lnTo>
                  <a:pt x="6733452" y="1169148"/>
                </a:lnTo>
                <a:lnTo>
                  <a:pt x="6749771" y="1159326"/>
                </a:lnTo>
                <a:cubicBezTo>
                  <a:pt x="6773093" y="1150520"/>
                  <a:pt x="6798735" y="1145650"/>
                  <a:pt x="6825650" y="1145650"/>
                </a:cubicBezTo>
                <a:cubicBezTo>
                  <a:pt x="6896304" y="1145650"/>
                  <a:pt x="6958178" y="1179206"/>
                  <a:pt x="6992368" y="1229439"/>
                </a:cubicBezTo>
                <a:lnTo>
                  <a:pt x="7001101" y="1250807"/>
                </a:lnTo>
                <a:cubicBezTo>
                  <a:pt x="7003913" y="1257453"/>
                  <a:pt x="7010493" y="1262115"/>
                  <a:pt x="7018162" y="1262115"/>
                </a:cubicBezTo>
                <a:cubicBezTo>
                  <a:pt x="7025831" y="1262115"/>
                  <a:pt x="7032413" y="1257453"/>
                  <a:pt x="7035223" y="1250807"/>
                </a:cubicBezTo>
                <a:lnTo>
                  <a:pt x="7043751" y="1229439"/>
                </a:lnTo>
                <a:cubicBezTo>
                  <a:pt x="7077940" y="1179206"/>
                  <a:pt x="7139815" y="1145650"/>
                  <a:pt x="7210468" y="1145650"/>
                </a:cubicBezTo>
                <a:cubicBezTo>
                  <a:pt x="7237384" y="1145650"/>
                  <a:pt x="7263026" y="1150520"/>
                  <a:pt x="7286348" y="1159326"/>
                </a:cubicBezTo>
                <a:lnTo>
                  <a:pt x="7293433" y="1163591"/>
                </a:lnTo>
                <a:lnTo>
                  <a:pt x="7273745" y="1137343"/>
                </a:lnTo>
                <a:cubicBezTo>
                  <a:pt x="7231774" y="1092392"/>
                  <a:pt x="7167974" y="1058988"/>
                  <a:pt x="7093351" y="1045096"/>
                </a:cubicBezTo>
                <a:lnTo>
                  <a:pt x="7087727" y="1044583"/>
                </a:lnTo>
                <a:lnTo>
                  <a:pt x="7087727" y="825814"/>
                </a:lnTo>
                <a:lnTo>
                  <a:pt x="7087727" y="713374"/>
                </a:lnTo>
                <a:lnTo>
                  <a:pt x="7087727" y="269510"/>
                </a:lnTo>
                <a:lnTo>
                  <a:pt x="7087040" y="269510"/>
                </a:lnTo>
                <a:lnTo>
                  <a:pt x="7087727" y="262695"/>
                </a:lnTo>
                <a:cubicBezTo>
                  <a:pt x="7087727" y="117612"/>
                  <a:pt x="6970115" y="0"/>
                  <a:pt x="6825033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2650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1821" y="6457994"/>
            <a:ext cx="948070" cy="365125"/>
          </a:xfrm>
        </p:spPr>
        <p:txBody>
          <a:bodyPr/>
          <a:lstStyle>
            <a:lvl1pPr>
              <a:defRPr sz="1400"/>
            </a:lvl1pPr>
          </a:lstStyle>
          <a:p>
            <a:fld id="{0240C882-5388-4C5A-B013-425EB87845C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13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1820" y="83181"/>
            <a:ext cx="11370833" cy="898359"/>
          </a:xfrm>
          <a:prstGeom prst="rect">
            <a:avLst/>
          </a:prstGeom>
        </p:spPr>
        <p:txBody>
          <a:bodyPr vert="horz" lIns="0" tIns="0" rIns="91440" bIns="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820" y="1298221"/>
            <a:ext cx="11370833" cy="454942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1821" y="6294218"/>
            <a:ext cx="9480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240C882-5388-4C5A-B013-425EB87845C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" name="Freeform 37"/>
          <p:cNvSpPr/>
          <p:nvPr userDrawn="1"/>
        </p:nvSpPr>
        <p:spPr>
          <a:xfrm flipH="1">
            <a:off x="9572778" y="6363910"/>
            <a:ext cx="2249876" cy="385778"/>
          </a:xfrm>
          <a:custGeom>
            <a:avLst/>
            <a:gdLst>
              <a:gd name="connsiteX0" fmla="*/ 5876325 w 7360725"/>
              <a:gd name="connsiteY0" fmla="*/ 1024913 h 1262115"/>
              <a:gd name="connsiteX1" fmla="*/ 5718668 w 7360725"/>
              <a:gd name="connsiteY1" fmla="*/ 1113201 h 1262115"/>
              <a:gd name="connsiteX2" fmla="*/ 5778578 w 7360725"/>
              <a:gd name="connsiteY2" fmla="*/ 1113201 h 1262115"/>
              <a:gd name="connsiteX3" fmla="*/ 5876325 w 7360725"/>
              <a:gd name="connsiteY3" fmla="*/ 1024913 h 1262115"/>
              <a:gd name="connsiteX4" fmla="*/ 7203068 w 7360725"/>
              <a:gd name="connsiteY4" fmla="*/ 1024913 h 1262115"/>
              <a:gd name="connsiteX5" fmla="*/ 7300815 w 7360725"/>
              <a:gd name="connsiteY5" fmla="*/ 1113201 h 1262115"/>
              <a:gd name="connsiteX6" fmla="*/ 7360725 w 7360725"/>
              <a:gd name="connsiteY6" fmla="*/ 1113201 h 1262115"/>
              <a:gd name="connsiteX7" fmla="*/ 7203068 w 7360725"/>
              <a:gd name="connsiteY7" fmla="*/ 1024913 h 1262115"/>
              <a:gd name="connsiteX8" fmla="*/ 6994511 w 7360725"/>
              <a:gd name="connsiteY8" fmla="*/ 501491 h 1262115"/>
              <a:gd name="connsiteX9" fmla="*/ 6996765 w 7360725"/>
              <a:gd name="connsiteY9" fmla="*/ 535275 h 1262115"/>
              <a:gd name="connsiteX10" fmla="*/ 6839107 w 7360725"/>
              <a:gd name="connsiteY10" fmla="*/ 659148 h 1262115"/>
              <a:gd name="connsiteX11" fmla="*/ 6585700 w 7360725"/>
              <a:gd name="connsiteY11" fmla="*/ 816775 h 1262115"/>
              <a:gd name="connsiteX12" fmla="*/ 6482582 w 7360725"/>
              <a:gd name="connsiteY12" fmla="*/ 816775 h 1262115"/>
              <a:gd name="connsiteX13" fmla="*/ 6229176 w 7360725"/>
              <a:gd name="connsiteY13" fmla="*/ 659148 h 1262115"/>
              <a:gd name="connsiteX14" fmla="*/ 6071518 w 7360725"/>
              <a:gd name="connsiteY14" fmla="*/ 535275 h 1262115"/>
              <a:gd name="connsiteX15" fmla="*/ 6073771 w 7360725"/>
              <a:gd name="connsiteY15" fmla="*/ 501491 h 1262115"/>
              <a:gd name="connsiteX16" fmla="*/ 6220168 w 7360725"/>
              <a:gd name="connsiteY16" fmla="*/ 596085 h 1262115"/>
              <a:gd name="connsiteX17" fmla="*/ 6447838 w 7360725"/>
              <a:gd name="connsiteY17" fmla="*/ 712111 h 1262115"/>
              <a:gd name="connsiteX18" fmla="*/ 6620445 w 7360725"/>
              <a:gd name="connsiteY18" fmla="*/ 712111 h 1262115"/>
              <a:gd name="connsiteX19" fmla="*/ 6848114 w 7360725"/>
              <a:gd name="connsiteY19" fmla="*/ 596085 h 1262115"/>
              <a:gd name="connsiteX20" fmla="*/ 6994511 w 7360725"/>
              <a:gd name="connsiteY20" fmla="*/ 501491 h 1262115"/>
              <a:gd name="connsiteX21" fmla="*/ 5845680 w 7360725"/>
              <a:gd name="connsiteY21" fmla="*/ 497417 h 1262115"/>
              <a:gd name="connsiteX22" fmla="*/ 5906344 w 7360725"/>
              <a:gd name="connsiteY22" fmla="*/ 999611 h 1262115"/>
              <a:gd name="connsiteX23" fmla="*/ 5926045 w 7360725"/>
              <a:gd name="connsiteY23" fmla="*/ 1019523 h 1262115"/>
              <a:gd name="connsiteX24" fmla="*/ 5926045 w 7360725"/>
              <a:gd name="connsiteY24" fmla="*/ 526898 h 1262115"/>
              <a:gd name="connsiteX25" fmla="*/ 5909046 w 7360725"/>
              <a:gd name="connsiteY25" fmla="*/ 511599 h 1262115"/>
              <a:gd name="connsiteX26" fmla="*/ 5845680 w 7360725"/>
              <a:gd name="connsiteY26" fmla="*/ 497417 h 1262115"/>
              <a:gd name="connsiteX27" fmla="*/ 7227886 w 7360725"/>
              <a:gd name="connsiteY27" fmla="*/ 497417 h 1262115"/>
              <a:gd name="connsiteX28" fmla="*/ 7164520 w 7360725"/>
              <a:gd name="connsiteY28" fmla="*/ 511599 h 1262115"/>
              <a:gd name="connsiteX29" fmla="*/ 7147521 w 7360725"/>
              <a:gd name="connsiteY29" fmla="*/ 526898 h 1262115"/>
              <a:gd name="connsiteX30" fmla="*/ 7147521 w 7360725"/>
              <a:gd name="connsiteY30" fmla="*/ 1019523 h 1262115"/>
              <a:gd name="connsiteX31" fmla="*/ 7167222 w 7360725"/>
              <a:gd name="connsiteY31" fmla="*/ 999611 h 1262115"/>
              <a:gd name="connsiteX32" fmla="*/ 7227886 w 7360725"/>
              <a:gd name="connsiteY32" fmla="*/ 497417 h 1262115"/>
              <a:gd name="connsiteX33" fmla="*/ 2696442 w 7360725"/>
              <a:gd name="connsiteY33" fmla="*/ 300137 h 1262115"/>
              <a:gd name="connsiteX34" fmla="*/ 2696442 w 7360725"/>
              <a:gd name="connsiteY34" fmla="*/ 643037 h 1262115"/>
              <a:gd name="connsiteX35" fmla="*/ 2596951 w 7360725"/>
              <a:gd name="connsiteY35" fmla="*/ 643037 h 1262115"/>
              <a:gd name="connsiteX36" fmla="*/ 2554226 w 7360725"/>
              <a:gd name="connsiteY36" fmla="*/ 643037 h 1262115"/>
              <a:gd name="connsiteX37" fmla="*/ 2412785 w 7360725"/>
              <a:gd name="connsiteY37" fmla="*/ 643037 h 1262115"/>
              <a:gd name="connsiteX38" fmla="*/ 2241335 w 7360725"/>
              <a:gd name="connsiteY38" fmla="*/ 471587 h 1262115"/>
              <a:gd name="connsiteX39" fmla="*/ 2412785 w 7360725"/>
              <a:gd name="connsiteY39" fmla="*/ 300137 h 1262115"/>
              <a:gd name="connsiteX40" fmla="*/ 2554226 w 7360725"/>
              <a:gd name="connsiteY40" fmla="*/ 300137 h 1262115"/>
              <a:gd name="connsiteX41" fmla="*/ 2596951 w 7360725"/>
              <a:gd name="connsiteY41" fmla="*/ 300137 h 1262115"/>
              <a:gd name="connsiteX42" fmla="*/ 3627650 w 7360725"/>
              <a:gd name="connsiteY42" fmla="*/ 300137 h 1262115"/>
              <a:gd name="connsiteX43" fmla="*/ 3627650 w 7360725"/>
              <a:gd name="connsiteY43" fmla="*/ 643037 h 1262115"/>
              <a:gd name="connsiteX44" fmla="*/ 3528159 w 7360725"/>
              <a:gd name="connsiteY44" fmla="*/ 643037 h 1262115"/>
              <a:gd name="connsiteX45" fmla="*/ 3485434 w 7360725"/>
              <a:gd name="connsiteY45" fmla="*/ 643037 h 1262115"/>
              <a:gd name="connsiteX46" fmla="*/ 3343993 w 7360725"/>
              <a:gd name="connsiteY46" fmla="*/ 643037 h 1262115"/>
              <a:gd name="connsiteX47" fmla="*/ 3172543 w 7360725"/>
              <a:gd name="connsiteY47" fmla="*/ 471587 h 1262115"/>
              <a:gd name="connsiteX48" fmla="*/ 3343993 w 7360725"/>
              <a:gd name="connsiteY48" fmla="*/ 300137 h 1262115"/>
              <a:gd name="connsiteX49" fmla="*/ 3485434 w 7360725"/>
              <a:gd name="connsiteY49" fmla="*/ 300137 h 1262115"/>
              <a:gd name="connsiteX50" fmla="*/ 3528159 w 7360725"/>
              <a:gd name="connsiteY50" fmla="*/ 300137 h 1262115"/>
              <a:gd name="connsiteX51" fmla="*/ 5392881 w 7360725"/>
              <a:gd name="connsiteY51" fmla="*/ 300137 h 1262115"/>
              <a:gd name="connsiteX52" fmla="*/ 5392881 w 7360725"/>
              <a:gd name="connsiteY52" fmla="*/ 643037 h 1262115"/>
              <a:gd name="connsiteX53" fmla="*/ 5293390 w 7360725"/>
              <a:gd name="connsiteY53" fmla="*/ 643037 h 1262115"/>
              <a:gd name="connsiteX54" fmla="*/ 5250665 w 7360725"/>
              <a:gd name="connsiteY54" fmla="*/ 643037 h 1262115"/>
              <a:gd name="connsiteX55" fmla="*/ 5109224 w 7360725"/>
              <a:gd name="connsiteY55" fmla="*/ 643037 h 1262115"/>
              <a:gd name="connsiteX56" fmla="*/ 4937774 w 7360725"/>
              <a:gd name="connsiteY56" fmla="*/ 471587 h 1262115"/>
              <a:gd name="connsiteX57" fmla="*/ 5109224 w 7360725"/>
              <a:gd name="connsiteY57" fmla="*/ 300137 h 1262115"/>
              <a:gd name="connsiteX58" fmla="*/ 5250665 w 7360725"/>
              <a:gd name="connsiteY58" fmla="*/ 300137 h 1262115"/>
              <a:gd name="connsiteX59" fmla="*/ 5293390 w 7360725"/>
              <a:gd name="connsiteY59" fmla="*/ 300137 h 1262115"/>
              <a:gd name="connsiteX60" fmla="*/ 919596 w 7360725"/>
              <a:gd name="connsiteY60" fmla="*/ 291554 h 1262115"/>
              <a:gd name="connsiteX61" fmla="*/ 919596 w 7360725"/>
              <a:gd name="connsiteY61" fmla="*/ 617006 h 1262115"/>
              <a:gd name="connsiteX62" fmla="*/ 625124 w 7360725"/>
              <a:gd name="connsiteY62" fmla="*/ 617006 h 1262115"/>
              <a:gd name="connsiteX63" fmla="*/ 462398 w 7360725"/>
              <a:gd name="connsiteY63" fmla="*/ 454280 h 1262115"/>
              <a:gd name="connsiteX64" fmla="*/ 625124 w 7360725"/>
              <a:gd name="connsiteY64" fmla="*/ 291554 h 1262115"/>
              <a:gd name="connsiteX65" fmla="*/ 6256687 w 7360725"/>
              <a:gd name="connsiteY65" fmla="*/ 224244 h 1262115"/>
              <a:gd name="connsiteX66" fmla="*/ 6295138 w 7360725"/>
              <a:gd name="connsiteY66" fmla="*/ 262695 h 1262115"/>
              <a:gd name="connsiteX67" fmla="*/ 6256687 w 7360725"/>
              <a:gd name="connsiteY67" fmla="*/ 301146 h 1262115"/>
              <a:gd name="connsiteX68" fmla="*/ 6218237 w 7360725"/>
              <a:gd name="connsiteY68" fmla="*/ 262695 h 1262115"/>
              <a:gd name="connsiteX69" fmla="*/ 6256687 w 7360725"/>
              <a:gd name="connsiteY69" fmla="*/ 224244 h 1262115"/>
              <a:gd name="connsiteX70" fmla="*/ 6825032 w 7360725"/>
              <a:gd name="connsiteY70" fmla="*/ 224244 h 1262115"/>
              <a:gd name="connsiteX71" fmla="*/ 6863483 w 7360725"/>
              <a:gd name="connsiteY71" fmla="*/ 262695 h 1262115"/>
              <a:gd name="connsiteX72" fmla="*/ 6825032 w 7360725"/>
              <a:gd name="connsiteY72" fmla="*/ 301146 h 1262115"/>
              <a:gd name="connsiteX73" fmla="*/ 6786581 w 7360725"/>
              <a:gd name="connsiteY73" fmla="*/ 262695 h 1262115"/>
              <a:gd name="connsiteX74" fmla="*/ 6825032 w 7360725"/>
              <a:gd name="connsiteY74" fmla="*/ 224244 h 1262115"/>
              <a:gd name="connsiteX75" fmla="*/ 6256687 w 7360725"/>
              <a:gd name="connsiteY75" fmla="*/ 175832 h 1262115"/>
              <a:gd name="connsiteX76" fmla="*/ 6169825 w 7360725"/>
              <a:gd name="connsiteY76" fmla="*/ 262695 h 1262115"/>
              <a:gd name="connsiteX77" fmla="*/ 6256687 w 7360725"/>
              <a:gd name="connsiteY77" fmla="*/ 349558 h 1262115"/>
              <a:gd name="connsiteX78" fmla="*/ 6343550 w 7360725"/>
              <a:gd name="connsiteY78" fmla="*/ 262695 h 1262115"/>
              <a:gd name="connsiteX79" fmla="*/ 6256687 w 7360725"/>
              <a:gd name="connsiteY79" fmla="*/ 175832 h 1262115"/>
              <a:gd name="connsiteX80" fmla="*/ 6825032 w 7360725"/>
              <a:gd name="connsiteY80" fmla="*/ 175832 h 1262115"/>
              <a:gd name="connsiteX81" fmla="*/ 6738169 w 7360725"/>
              <a:gd name="connsiteY81" fmla="*/ 262695 h 1262115"/>
              <a:gd name="connsiteX82" fmla="*/ 6825032 w 7360725"/>
              <a:gd name="connsiteY82" fmla="*/ 349558 h 1262115"/>
              <a:gd name="connsiteX83" fmla="*/ 6911895 w 7360725"/>
              <a:gd name="connsiteY83" fmla="*/ 262695 h 1262115"/>
              <a:gd name="connsiteX84" fmla="*/ 6825032 w 7360725"/>
              <a:gd name="connsiteY84" fmla="*/ 175832 h 1262115"/>
              <a:gd name="connsiteX85" fmla="*/ 166255 w 7360725"/>
              <a:gd name="connsiteY85" fmla="*/ 139078 h 1262115"/>
              <a:gd name="connsiteX86" fmla="*/ 0 w 7360725"/>
              <a:gd name="connsiteY86" fmla="*/ 139078 h 1262115"/>
              <a:gd name="connsiteX87" fmla="*/ 0 w 7360725"/>
              <a:gd name="connsiteY87" fmla="*/ 1089846 h 1262115"/>
              <a:gd name="connsiteX88" fmla="*/ 166255 w 7360725"/>
              <a:gd name="connsiteY88" fmla="*/ 1089846 h 1262115"/>
              <a:gd name="connsiteX89" fmla="*/ 1943100 w 7360725"/>
              <a:gd name="connsiteY89" fmla="*/ 139078 h 1262115"/>
              <a:gd name="connsiteX90" fmla="*/ 1776845 w 7360725"/>
              <a:gd name="connsiteY90" fmla="*/ 139078 h 1262115"/>
              <a:gd name="connsiteX91" fmla="*/ 1776845 w 7360725"/>
              <a:gd name="connsiteY91" fmla="*/ 139079 h 1262115"/>
              <a:gd name="connsiteX92" fmla="*/ 1235085 w 7360725"/>
              <a:gd name="connsiteY92" fmla="*/ 139079 h 1262115"/>
              <a:gd name="connsiteX93" fmla="*/ 1235085 w 7360725"/>
              <a:gd name="connsiteY93" fmla="*/ 305334 h 1262115"/>
              <a:gd name="connsiteX94" fmla="*/ 1776845 w 7360725"/>
              <a:gd name="connsiteY94" fmla="*/ 305334 h 1262115"/>
              <a:gd name="connsiteX95" fmla="*/ 1776845 w 7360725"/>
              <a:gd name="connsiteY95" fmla="*/ 526141 h 1262115"/>
              <a:gd name="connsiteX96" fmla="*/ 1255865 w 7360725"/>
              <a:gd name="connsiteY96" fmla="*/ 526141 h 1262115"/>
              <a:gd name="connsiteX97" fmla="*/ 1255865 w 7360725"/>
              <a:gd name="connsiteY97" fmla="*/ 692396 h 1262115"/>
              <a:gd name="connsiteX98" fmla="*/ 1776845 w 7360725"/>
              <a:gd name="connsiteY98" fmla="*/ 692396 h 1262115"/>
              <a:gd name="connsiteX99" fmla="*/ 1776845 w 7360725"/>
              <a:gd name="connsiteY99" fmla="*/ 923591 h 1262115"/>
              <a:gd name="connsiteX100" fmla="*/ 1235085 w 7360725"/>
              <a:gd name="connsiteY100" fmla="*/ 923591 h 1262115"/>
              <a:gd name="connsiteX101" fmla="*/ 1235085 w 7360725"/>
              <a:gd name="connsiteY101" fmla="*/ 1089846 h 1262115"/>
              <a:gd name="connsiteX102" fmla="*/ 1776845 w 7360725"/>
              <a:gd name="connsiteY102" fmla="*/ 1089846 h 1262115"/>
              <a:gd name="connsiteX103" fmla="*/ 1776845 w 7360725"/>
              <a:gd name="connsiteY103" fmla="*/ 1089847 h 1262115"/>
              <a:gd name="connsiteX104" fmla="*/ 1943100 w 7360725"/>
              <a:gd name="connsiteY104" fmla="*/ 1089847 h 1262115"/>
              <a:gd name="connsiteX105" fmla="*/ 2862697 w 7360725"/>
              <a:gd name="connsiteY105" fmla="*/ 139078 h 1262115"/>
              <a:gd name="connsiteX106" fmla="*/ 2758787 w 7360725"/>
              <a:gd name="connsiteY106" fmla="*/ 139078 h 1262115"/>
              <a:gd name="connsiteX107" fmla="*/ 2696442 w 7360725"/>
              <a:gd name="connsiteY107" fmla="*/ 139078 h 1262115"/>
              <a:gd name="connsiteX108" fmla="*/ 2401619 w 7360725"/>
              <a:gd name="connsiteY108" fmla="*/ 139078 h 1262115"/>
              <a:gd name="connsiteX109" fmla="*/ 2069110 w 7360725"/>
              <a:gd name="connsiteY109" fmla="*/ 471587 h 1262115"/>
              <a:gd name="connsiteX110" fmla="*/ 2401619 w 7360725"/>
              <a:gd name="connsiteY110" fmla="*/ 804096 h 1262115"/>
              <a:gd name="connsiteX111" fmla="*/ 2696442 w 7360725"/>
              <a:gd name="connsiteY111" fmla="*/ 804096 h 1262115"/>
              <a:gd name="connsiteX112" fmla="*/ 2696442 w 7360725"/>
              <a:gd name="connsiteY112" fmla="*/ 1089846 h 1262115"/>
              <a:gd name="connsiteX113" fmla="*/ 2862697 w 7360725"/>
              <a:gd name="connsiteY113" fmla="*/ 1089846 h 1262115"/>
              <a:gd name="connsiteX114" fmla="*/ 3793905 w 7360725"/>
              <a:gd name="connsiteY114" fmla="*/ 139078 h 1262115"/>
              <a:gd name="connsiteX115" fmla="*/ 3689995 w 7360725"/>
              <a:gd name="connsiteY115" fmla="*/ 139078 h 1262115"/>
              <a:gd name="connsiteX116" fmla="*/ 3627650 w 7360725"/>
              <a:gd name="connsiteY116" fmla="*/ 139078 h 1262115"/>
              <a:gd name="connsiteX117" fmla="*/ 3332827 w 7360725"/>
              <a:gd name="connsiteY117" fmla="*/ 139078 h 1262115"/>
              <a:gd name="connsiteX118" fmla="*/ 3000318 w 7360725"/>
              <a:gd name="connsiteY118" fmla="*/ 471587 h 1262115"/>
              <a:gd name="connsiteX119" fmla="*/ 3332827 w 7360725"/>
              <a:gd name="connsiteY119" fmla="*/ 804096 h 1262115"/>
              <a:gd name="connsiteX120" fmla="*/ 3627650 w 7360725"/>
              <a:gd name="connsiteY120" fmla="*/ 804096 h 1262115"/>
              <a:gd name="connsiteX121" fmla="*/ 3627650 w 7360725"/>
              <a:gd name="connsiteY121" fmla="*/ 1089846 h 1262115"/>
              <a:gd name="connsiteX122" fmla="*/ 3793905 w 7360725"/>
              <a:gd name="connsiteY122" fmla="*/ 1089846 h 1262115"/>
              <a:gd name="connsiteX123" fmla="*/ 4639541 w 7360725"/>
              <a:gd name="connsiteY123" fmla="*/ 139078 h 1262115"/>
              <a:gd name="connsiteX124" fmla="*/ 4473286 w 7360725"/>
              <a:gd name="connsiteY124" fmla="*/ 139078 h 1262115"/>
              <a:gd name="connsiteX125" fmla="*/ 4473286 w 7360725"/>
              <a:gd name="connsiteY125" fmla="*/ 139079 h 1262115"/>
              <a:gd name="connsiteX126" fmla="*/ 3931526 w 7360725"/>
              <a:gd name="connsiteY126" fmla="*/ 139079 h 1262115"/>
              <a:gd name="connsiteX127" fmla="*/ 3931526 w 7360725"/>
              <a:gd name="connsiteY127" fmla="*/ 305334 h 1262115"/>
              <a:gd name="connsiteX128" fmla="*/ 4473286 w 7360725"/>
              <a:gd name="connsiteY128" fmla="*/ 305334 h 1262115"/>
              <a:gd name="connsiteX129" fmla="*/ 4473286 w 7360725"/>
              <a:gd name="connsiteY129" fmla="*/ 526141 h 1262115"/>
              <a:gd name="connsiteX130" fmla="*/ 3952306 w 7360725"/>
              <a:gd name="connsiteY130" fmla="*/ 526141 h 1262115"/>
              <a:gd name="connsiteX131" fmla="*/ 3952306 w 7360725"/>
              <a:gd name="connsiteY131" fmla="*/ 692396 h 1262115"/>
              <a:gd name="connsiteX132" fmla="*/ 4473286 w 7360725"/>
              <a:gd name="connsiteY132" fmla="*/ 692396 h 1262115"/>
              <a:gd name="connsiteX133" fmla="*/ 4473286 w 7360725"/>
              <a:gd name="connsiteY133" fmla="*/ 923591 h 1262115"/>
              <a:gd name="connsiteX134" fmla="*/ 3931526 w 7360725"/>
              <a:gd name="connsiteY134" fmla="*/ 923591 h 1262115"/>
              <a:gd name="connsiteX135" fmla="*/ 3931526 w 7360725"/>
              <a:gd name="connsiteY135" fmla="*/ 1089846 h 1262115"/>
              <a:gd name="connsiteX136" fmla="*/ 4473286 w 7360725"/>
              <a:gd name="connsiteY136" fmla="*/ 1089846 h 1262115"/>
              <a:gd name="connsiteX137" fmla="*/ 4473286 w 7360725"/>
              <a:gd name="connsiteY137" fmla="*/ 1089847 h 1262115"/>
              <a:gd name="connsiteX138" fmla="*/ 4639541 w 7360725"/>
              <a:gd name="connsiteY138" fmla="*/ 1089847 h 1262115"/>
              <a:gd name="connsiteX139" fmla="*/ 5559136 w 7360725"/>
              <a:gd name="connsiteY139" fmla="*/ 139078 h 1262115"/>
              <a:gd name="connsiteX140" fmla="*/ 5455226 w 7360725"/>
              <a:gd name="connsiteY140" fmla="*/ 139078 h 1262115"/>
              <a:gd name="connsiteX141" fmla="*/ 5392881 w 7360725"/>
              <a:gd name="connsiteY141" fmla="*/ 139078 h 1262115"/>
              <a:gd name="connsiteX142" fmla="*/ 5098058 w 7360725"/>
              <a:gd name="connsiteY142" fmla="*/ 139078 h 1262115"/>
              <a:gd name="connsiteX143" fmla="*/ 4765549 w 7360725"/>
              <a:gd name="connsiteY143" fmla="*/ 471587 h 1262115"/>
              <a:gd name="connsiteX144" fmla="*/ 5098058 w 7360725"/>
              <a:gd name="connsiteY144" fmla="*/ 804096 h 1262115"/>
              <a:gd name="connsiteX145" fmla="*/ 5392881 w 7360725"/>
              <a:gd name="connsiteY145" fmla="*/ 804096 h 1262115"/>
              <a:gd name="connsiteX146" fmla="*/ 5392881 w 7360725"/>
              <a:gd name="connsiteY146" fmla="*/ 1089846 h 1262115"/>
              <a:gd name="connsiteX147" fmla="*/ 5559136 w 7360725"/>
              <a:gd name="connsiteY147" fmla="*/ 1089846 h 1262115"/>
              <a:gd name="connsiteX148" fmla="*/ 1085851 w 7360725"/>
              <a:gd name="connsiteY148" fmla="*/ 139077 h 1262115"/>
              <a:gd name="connsiteX149" fmla="*/ 1011893 w 7360725"/>
              <a:gd name="connsiteY149" fmla="*/ 139077 h 1262115"/>
              <a:gd name="connsiteX150" fmla="*/ 919596 w 7360725"/>
              <a:gd name="connsiteY150" fmla="*/ 139077 h 1262115"/>
              <a:gd name="connsiteX151" fmla="*/ 606147 w 7360725"/>
              <a:gd name="connsiteY151" fmla="*/ 139077 h 1262115"/>
              <a:gd name="connsiteX152" fmla="*/ 290944 w 7360725"/>
              <a:gd name="connsiteY152" fmla="*/ 454280 h 1262115"/>
              <a:gd name="connsiteX153" fmla="*/ 483456 w 7360725"/>
              <a:gd name="connsiteY153" fmla="*/ 744713 h 1262115"/>
              <a:gd name="connsiteX154" fmla="*/ 535734 w 7360725"/>
              <a:gd name="connsiteY154" fmla="*/ 760941 h 1262115"/>
              <a:gd name="connsiteX155" fmla="*/ 251567 w 7360725"/>
              <a:gd name="connsiteY155" fmla="*/ 1089845 h 1262115"/>
              <a:gd name="connsiteX156" fmla="*/ 467810 w 7360725"/>
              <a:gd name="connsiteY156" fmla="*/ 1089845 h 1262115"/>
              <a:gd name="connsiteX157" fmla="*/ 744596 w 7360725"/>
              <a:gd name="connsiteY157" fmla="*/ 769483 h 1262115"/>
              <a:gd name="connsiteX158" fmla="*/ 919596 w 7360725"/>
              <a:gd name="connsiteY158" fmla="*/ 769483 h 1262115"/>
              <a:gd name="connsiteX159" fmla="*/ 919596 w 7360725"/>
              <a:gd name="connsiteY159" fmla="*/ 1089845 h 1262115"/>
              <a:gd name="connsiteX160" fmla="*/ 1085851 w 7360725"/>
              <a:gd name="connsiteY160" fmla="*/ 1089845 h 1262115"/>
              <a:gd name="connsiteX161" fmla="*/ 6256688 w 7360725"/>
              <a:gd name="connsiteY161" fmla="*/ 101872 h 1262115"/>
              <a:gd name="connsiteX162" fmla="*/ 6417511 w 7360725"/>
              <a:gd name="connsiteY162" fmla="*/ 262695 h 1262115"/>
              <a:gd name="connsiteX163" fmla="*/ 6256688 w 7360725"/>
              <a:gd name="connsiteY163" fmla="*/ 423518 h 1262115"/>
              <a:gd name="connsiteX164" fmla="*/ 6095866 w 7360725"/>
              <a:gd name="connsiteY164" fmla="*/ 262695 h 1262115"/>
              <a:gd name="connsiteX165" fmla="*/ 6256688 w 7360725"/>
              <a:gd name="connsiteY165" fmla="*/ 101872 h 1262115"/>
              <a:gd name="connsiteX166" fmla="*/ 6825033 w 7360725"/>
              <a:gd name="connsiteY166" fmla="*/ 101872 h 1262115"/>
              <a:gd name="connsiteX167" fmla="*/ 6985855 w 7360725"/>
              <a:gd name="connsiteY167" fmla="*/ 262695 h 1262115"/>
              <a:gd name="connsiteX168" fmla="*/ 6825033 w 7360725"/>
              <a:gd name="connsiteY168" fmla="*/ 423518 h 1262115"/>
              <a:gd name="connsiteX169" fmla="*/ 6664210 w 7360725"/>
              <a:gd name="connsiteY169" fmla="*/ 262695 h 1262115"/>
              <a:gd name="connsiteX170" fmla="*/ 6825033 w 7360725"/>
              <a:gd name="connsiteY170" fmla="*/ 101872 h 1262115"/>
              <a:gd name="connsiteX171" fmla="*/ 6825033 w 7360725"/>
              <a:gd name="connsiteY171" fmla="*/ 0 h 1262115"/>
              <a:gd name="connsiteX172" fmla="*/ 6582981 w 7360725"/>
              <a:gd name="connsiteY172" fmla="*/ 160442 h 1262115"/>
              <a:gd name="connsiteX173" fmla="*/ 6571421 w 7360725"/>
              <a:gd name="connsiteY173" fmla="*/ 217704 h 1262115"/>
              <a:gd name="connsiteX174" fmla="*/ 6569969 w 7360725"/>
              <a:gd name="connsiteY174" fmla="*/ 217704 h 1262115"/>
              <a:gd name="connsiteX175" fmla="*/ 6564297 w 7360725"/>
              <a:gd name="connsiteY175" fmla="*/ 231400 h 1262115"/>
              <a:gd name="connsiteX176" fmla="*/ 6540819 w 7360725"/>
              <a:gd name="connsiteY176" fmla="*/ 241125 h 1262115"/>
              <a:gd name="connsiteX177" fmla="*/ 6517340 w 7360725"/>
              <a:gd name="connsiteY177" fmla="*/ 231400 h 1262115"/>
              <a:gd name="connsiteX178" fmla="*/ 6515871 w 7360725"/>
              <a:gd name="connsiteY178" fmla="*/ 227852 h 1262115"/>
              <a:gd name="connsiteX179" fmla="*/ 6514046 w 7360725"/>
              <a:gd name="connsiteY179" fmla="*/ 209753 h 1262115"/>
              <a:gd name="connsiteX180" fmla="*/ 6256688 w 7360725"/>
              <a:gd name="connsiteY180" fmla="*/ 0 h 1262115"/>
              <a:gd name="connsiteX181" fmla="*/ 5993994 w 7360725"/>
              <a:gd name="connsiteY181" fmla="*/ 262695 h 1262115"/>
              <a:gd name="connsiteX182" fmla="*/ 5994681 w 7360725"/>
              <a:gd name="connsiteY182" fmla="*/ 269510 h 1262115"/>
              <a:gd name="connsiteX183" fmla="*/ 5993994 w 7360725"/>
              <a:gd name="connsiteY183" fmla="*/ 269510 h 1262115"/>
              <a:gd name="connsiteX184" fmla="*/ 5993994 w 7360725"/>
              <a:gd name="connsiteY184" fmla="*/ 713374 h 1262115"/>
              <a:gd name="connsiteX185" fmla="*/ 5993994 w 7360725"/>
              <a:gd name="connsiteY185" fmla="*/ 825814 h 1262115"/>
              <a:gd name="connsiteX186" fmla="*/ 5993994 w 7360725"/>
              <a:gd name="connsiteY186" fmla="*/ 1043963 h 1262115"/>
              <a:gd name="connsiteX187" fmla="*/ 5981567 w 7360725"/>
              <a:gd name="connsiteY187" fmla="*/ 1045096 h 1262115"/>
              <a:gd name="connsiteX188" fmla="*/ 5801173 w 7360725"/>
              <a:gd name="connsiteY188" fmla="*/ 1137343 h 1262115"/>
              <a:gd name="connsiteX189" fmla="*/ 5781484 w 7360725"/>
              <a:gd name="connsiteY189" fmla="*/ 1163591 h 1262115"/>
              <a:gd name="connsiteX190" fmla="*/ 5788570 w 7360725"/>
              <a:gd name="connsiteY190" fmla="*/ 1159326 h 1262115"/>
              <a:gd name="connsiteX191" fmla="*/ 5864449 w 7360725"/>
              <a:gd name="connsiteY191" fmla="*/ 1145650 h 1262115"/>
              <a:gd name="connsiteX192" fmla="*/ 6031167 w 7360725"/>
              <a:gd name="connsiteY192" fmla="*/ 1229439 h 1262115"/>
              <a:gd name="connsiteX193" fmla="*/ 6039694 w 7360725"/>
              <a:gd name="connsiteY193" fmla="*/ 1250807 h 1262115"/>
              <a:gd name="connsiteX194" fmla="*/ 6056755 w 7360725"/>
              <a:gd name="connsiteY194" fmla="*/ 1262115 h 1262115"/>
              <a:gd name="connsiteX195" fmla="*/ 6073816 w 7360725"/>
              <a:gd name="connsiteY195" fmla="*/ 1250807 h 1262115"/>
              <a:gd name="connsiteX196" fmla="*/ 6082550 w 7360725"/>
              <a:gd name="connsiteY196" fmla="*/ 1229439 h 1262115"/>
              <a:gd name="connsiteX197" fmla="*/ 6249267 w 7360725"/>
              <a:gd name="connsiteY197" fmla="*/ 1145650 h 1262115"/>
              <a:gd name="connsiteX198" fmla="*/ 6325147 w 7360725"/>
              <a:gd name="connsiteY198" fmla="*/ 1159326 h 1262115"/>
              <a:gd name="connsiteX199" fmla="*/ 6341466 w 7360725"/>
              <a:gd name="connsiteY199" fmla="*/ 1169148 h 1262115"/>
              <a:gd name="connsiteX200" fmla="*/ 6317608 w 7360725"/>
              <a:gd name="connsiteY200" fmla="*/ 1137343 h 1262115"/>
              <a:gd name="connsiteX201" fmla="*/ 6137214 w 7360725"/>
              <a:gd name="connsiteY201" fmla="*/ 1045096 h 1262115"/>
              <a:gd name="connsiteX202" fmla="*/ 6133776 w 7360725"/>
              <a:gd name="connsiteY202" fmla="*/ 1044782 h 1262115"/>
              <a:gd name="connsiteX203" fmla="*/ 6133776 w 7360725"/>
              <a:gd name="connsiteY203" fmla="*/ 825814 h 1262115"/>
              <a:gd name="connsiteX204" fmla="*/ 6179198 w 7360725"/>
              <a:gd name="connsiteY204" fmla="*/ 825814 h 1262115"/>
              <a:gd name="connsiteX205" fmla="*/ 6179198 w 7360725"/>
              <a:gd name="connsiteY205" fmla="*/ 1011890 h 1262115"/>
              <a:gd name="connsiteX206" fmla="*/ 6212031 w 7360725"/>
              <a:gd name="connsiteY206" fmla="*/ 1021237 h 1262115"/>
              <a:gd name="connsiteX207" fmla="*/ 6291611 w 7360725"/>
              <a:gd name="connsiteY207" fmla="*/ 1062157 h 1262115"/>
              <a:gd name="connsiteX208" fmla="*/ 6339391 w 7360725"/>
              <a:gd name="connsiteY208" fmla="*/ 1102079 h 1262115"/>
              <a:gd name="connsiteX209" fmla="*/ 6742280 w 7360725"/>
              <a:gd name="connsiteY209" fmla="*/ 1102079 h 1262115"/>
              <a:gd name="connsiteX210" fmla="*/ 6790060 w 7360725"/>
              <a:gd name="connsiteY210" fmla="*/ 1062157 h 1262115"/>
              <a:gd name="connsiteX211" fmla="*/ 6869641 w 7360725"/>
              <a:gd name="connsiteY211" fmla="*/ 1021237 h 1262115"/>
              <a:gd name="connsiteX212" fmla="*/ 6890907 w 7360725"/>
              <a:gd name="connsiteY212" fmla="*/ 1015183 h 1262115"/>
              <a:gd name="connsiteX213" fmla="*/ 6890907 w 7360725"/>
              <a:gd name="connsiteY213" fmla="*/ 825814 h 1262115"/>
              <a:gd name="connsiteX214" fmla="*/ 6947945 w 7360725"/>
              <a:gd name="connsiteY214" fmla="*/ 825814 h 1262115"/>
              <a:gd name="connsiteX215" fmla="*/ 6947945 w 7360725"/>
              <a:gd name="connsiteY215" fmla="*/ 1044163 h 1262115"/>
              <a:gd name="connsiteX216" fmla="*/ 6937703 w 7360725"/>
              <a:gd name="connsiteY216" fmla="*/ 1045096 h 1262115"/>
              <a:gd name="connsiteX217" fmla="*/ 6757310 w 7360725"/>
              <a:gd name="connsiteY217" fmla="*/ 1137343 h 1262115"/>
              <a:gd name="connsiteX218" fmla="*/ 6733452 w 7360725"/>
              <a:gd name="connsiteY218" fmla="*/ 1169148 h 1262115"/>
              <a:gd name="connsiteX219" fmla="*/ 6749771 w 7360725"/>
              <a:gd name="connsiteY219" fmla="*/ 1159326 h 1262115"/>
              <a:gd name="connsiteX220" fmla="*/ 6825650 w 7360725"/>
              <a:gd name="connsiteY220" fmla="*/ 1145650 h 1262115"/>
              <a:gd name="connsiteX221" fmla="*/ 6992368 w 7360725"/>
              <a:gd name="connsiteY221" fmla="*/ 1229439 h 1262115"/>
              <a:gd name="connsiteX222" fmla="*/ 7001101 w 7360725"/>
              <a:gd name="connsiteY222" fmla="*/ 1250807 h 1262115"/>
              <a:gd name="connsiteX223" fmla="*/ 7018162 w 7360725"/>
              <a:gd name="connsiteY223" fmla="*/ 1262115 h 1262115"/>
              <a:gd name="connsiteX224" fmla="*/ 7035223 w 7360725"/>
              <a:gd name="connsiteY224" fmla="*/ 1250807 h 1262115"/>
              <a:gd name="connsiteX225" fmla="*/ 7043751 w 7360725"/>
              <a:gd name="connsiteY225" fmla="*/ 1229439 h 1262115"/>
              <a:gd name="connsiteX226" fmla="*/ 7210468 w 7360725"/>
              <a:gd name="connsiteY226" fmla="*/ 1145650 h 1262115"/>
              <a:gd name="connsiteX227" fmla="*/ 7286348 w 7360725"/>
              <a:gd name="connsiteY227" fmla="*/ 1159326 h 1262115"/>
              <a:gd name="connsiteX228" fmla="*/ 7293433 w 7360725"/>
              <a:gd name="connsiteY228" fmla="*/ 1163591 h 1262115"/>
              <a:gd name="connsiteX229" fmla="*/ 7273745 w 7360725"/>
              <a:gd name="connsiteY229" fmla="*/ 1137343 h 1262115"/>
              <a:gd name="connsiteX230" fmla="*/ 7093351 w 7360725"/>
              <a:gd name="connsiteY230" fmla="*/ 1045096 h 1262115"/>
              <a:gd name="connsiteX231" fmla="*/ 7087727 w 7360725"/>
              <a:gd name="connsiteY231" fmla="*/ 1044583 h 1262115"/>
              <a:gd name="connsiteX232" fmla="*/ 7087727 w 7360725"/>
              <a:gd name="connsiteY232" fmla="*/ 825814 h 1262115"/>
              <a:gd name="connsiteX233" fmla="*/ 7087727 w 7360725"/>
              <a:gd name="connsiteY233" fmla="*/ 713374 h 1262115"/>
              <a:gd name="connsiteX234" fmla="*/ 7087727 w 7360725"/>
              <a:gd name="connsiteY234" fmla="*/ 269510 h 1262115"/>
              <a:gd name="connsiteX235" fmla="*/ 7087040 w 7360725"/>
              <a:gd name="connsiteY235" fmla="*/ 269510 h 1262115"/>
              <a:gd name="connsiteX236" fmla="*/ 7087727 w 7360725"/>
              <a:gd name="connsiteY236" fmla="*/ 262695 h 1262115"/>
              <a:gd name="connsiteX237" fmla="*/ 6825033 w 7360725"/>
              <a:gd name="connsiteY237" fmla="*/ 0 h 126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7360725" h="1262115">
                <a:moveTo>
                  <a:pt x="5876325" y="1024913"/>
                </a:moveTo>
                <a:cubicBezTo>
                  <a:pt x="5815890" y="1046459"/>
                  <a:pt x="5755455" y="1079830"/>
                  <a:pt x="5718668" y="1113201"/>
                </a:cubicBezTo>
                <a:lnTo>
                  <a:pt x="5778578" y="1113201"/>
                </a:lnTo>
                <a:cubicBezTo>
                  <a:pt x="5791454" y="1091654"/>
                  <a:pt x="5818123" y="1064195"/>
                  <a:pt x="5876325" y="1024913"/>
                </a:cubicBezTo>
                <a:close/>
                <a:moveTo>
                  <a:pt x="7203068" y="1024913"/>
                </a:moveTo>
                <a:cubicBezTo>
                  <a:pt x="7261269" y="1064195"/>
                  <a:pt x="7287939" y="1091654"/>
                  <a:pt x="7300815" y="1113201"/>
                </a:cubicBezTo>
                <a:lnTo>
                  <a:pt x="7360725" y="1113201"/>
                </a:lnTo>
                <a:cubicBezTo>
                  <a:pt x="7323938" y="1079830"/>
                  <a:pt x="7263503" y="1046459"/>
                  <a:pt x="7203068" y="1024913"/>
                </a:cubicBezTo>
                <a:close/>
                <a:moveTo>
                  <a:pt x="6994511" y="501491"/>
                </a:moveTo>
                <a:cubicBezTo>
                  <a:pt x="7029797" y="502241"/>
                  <a:pt x="7047065" y="534524"/>
                  <a:pt x="6996765" y="535275"/>
                </a:cubicBezTo>
                <a:cubicBezTo>
                  <a:pt x="6936705" y="541282"/>
                  <a:pt x="6902026" y="590543"/>
                  <a:pt x="6839107" y="659148"/>
                </a:cubicBezTo>
                <a:cubicBezTo>
                  <a:pt x="6780970" y="722539"/>
                  <a:pt x="6731455" y="797714"/>
                  <a:pt x="6585700" y="816775"/>
                </a:cubicBezTo>
                <a:cubicBezTo>
                  <a:pt x="6546823" y="819026"/>
                  <a:pt x="6514703" y="823531"/>
                  <a:pt x="6482582" y="816775"/>
                </a:cubicBezTo>
                <a:cubicBezTo>
                  <a:pt x="6336827" y="797714"/>
                  <a:pt x="6287313" y="722539"/>
                  <a:pt x="6229176" y="659148"/>
                </a:cubicBezTo>
                <a:cubicBezTo>
                  <a:pt x="6166257" y="590543"/>
                  <a:pt x="6131577" y="541282"/>
                  <a:pt x="6071518" y="535275"/>
                </a:cubicBezTo>
                <a:cubicBezTo>
                  <a:pt x="6021217" y="534524"/>
                  <a:pt x="6038485" y="502241"/>
                  <a:pt x="6073771" y="501491"/>
                </a:cubicBezTo>
                <a:cubicBezTo>
                  <a:pt x="6112810" y="507122"/>
                  <a:pt x="6163877" y="531556"/>
                  <a:pt x="6220168" y="596085"/>
                </a:cubicBezTo>
                <a:cubicBezTo>
                  <a:pt x="6266340" y="649012"/>
                  <a:pt x="6356640" y="693073"/>
                  <a:pt x="6447838" y="712111"/>
                </a:cubicBezTo>
                <a:cubicBezTo>
                  <a:pt x="6505374" y="721119"/>
                  <a:pt x="6560658" y="721120"/>
                  <a:pt x="6620445" y="712111"/>
                </a:cubicBezTo>
                <a:cubicBezTo>
                  <a:pt x="6711643" y="693073"/>
                  <a:pt x="6801943" y="649012"/>
                  <a:pt x="6848114" y="596085"/>
                </a:cubicBezTo>
                <a:cubicBezTo>
                  <a:pt x="6904406" y="531556"/>
                  <a:pt x="6955473" y="507122"/>
                  <a:pt x="6994511" y="501491"/>
                </a:cubicBezTo>
                <a:close/>
                <a:moveTo>
                  <a:pt x="5845680" y="497417"/>
                </a:moveTo>
                <a:cubicBezTo>
                  <a:pt x="5742153" y="515265"/>
                  <a:pt x="5667927" y="730905"/>
                  <a:pt x="5906344" y="999611"/>
                </a:cubicBezTo>
                <a:lnTo>
                  <a:pt x="5926045" y="1019523"/>
                </a:lnTo>
                <a:lnTo>
                  <a:pt x="5926045" y="526898"/>
                </a:lnTo>
                <a:lnTo>
                  <a:pt x="5909046" y="511599"/>
                </a:lnTo>
                <a:cubicBezTo>
                  <a:pt x="5888263" y="498188"/>
                  <a:pt x="5866386" y="493846"/>
                  <a:pt x="5845680" y="497417"/>
                </a:cubicBezTo>
                <a:close/>
                <a:moveTo>
                  <a:pt x="7227886" y="497417"/>
                </a:moveTo>
                <a:cubicBezTo>
                  <a:pt x="7207180" y="493846"/>
                  <a:pt x="7185303" y="498188"/>
                  <a:pt x="7164520" y="511599"/>
                </a:cubicBezTo>
                <a:lnTo>
                  <a:pt x="7147521" y="526898"/>
                </a:lnTo>
                <a:lnTo>
                  <a:pt x="7147521" y="1019523"/>
                </a:lnTo>
                <a:lnTo>
                  <a:pt x="7167222" y="999611"/>
                </a:lnTo>
                <a:cubicBezTo>
                  <a:pt x="7405639" y="730905"/>
                  <a:pt x="7331413" y="515265"/>
                  <a:pt x="7227886" y="497417"/>
                </a:cubicBezTo>
                <a:close/>
                <a:moveTo>
                  <a:pt x="2696442" y="300137"/>
                </a:moveTo>
                <a:lnTo>
                  <a:pt x="2696442" y="643037"/>
                </a:lnTo>
                <a:lnTo>
                  <a:pt x="2596951" y="643037"/>
                </a:lnTo>
                <a:lnTo>
                  <a:pt x="2554226" y="643037"/>
                </a:lnTo>
                <a:lnTo>
                  <a:pt x="2412785" y="643037"/>
                </a:lnTo>
                <a:cubicBezTo>
                  <a:pt x="2318096" y="643037"/>
                  <a:pt x="2241335" y="566277"/>
                  <a:pt x="2241335" y="471587"/>
                </a:cubicBezTo>
                <a:cubicBezTo>
                  <a:pt x="2241335" y="376898"/>
                  <a:pt x="2318096" y="300137"/>
                  <a:pt x="2412785" y="300137"/>
                </a:cubicBezTo>
                <a:lnTo>
                  <a:pt x="2554226" y="300137"/>
                </a:lnTo>
                <a:lnTo>
                  <a:pt x="2596951" y="300137"/>
                </a:lnTo>
                <a:close/>
                <a:moveTo>
                  <a:pt x="3627650" y="300137"/>
                </a:moveTo>
                <a:lnTo>
                  <a:pt x="3627650" y="643037"/>
                </a:lnTo>
                <a:lnTo>
                  <a:pt x="3528159" y="643037"/>
                </a:lnTo>
                <a:lnTo>
                  <a:pt x="3485434" y="643037"/>
                </a:lnTo>
                <a:lnTo>
                  <a:pt x="3343993" y="643037"/>
                </a:lnTo>
                <a:cubicBezTo>
                  <a:pt x="3249304" y="643037"/>
                  <a:pt x="3172543" y="566277"/>
                  <a:pt x="3172543" y="471587"/>
                </a:cubicBezTo>
                <a:cubicBezTo>
                  <a:pt x="3172543" y="376898"/>
                  <a:pt x="3249304" y="300137"/>
                  <a:pt x="3343993" y="300137"/>
                </a:cubicBezTo>
                <a:lnTo>
                  <a:pt x="3485434" y="300137"/>
                </a:lnTo>
                <a:lnTo>
                  <a:pt x="3528159" y="300137"/>
                </a:lnTo>
                <a:close/>
                <a:moveTo>
                  <a:pt x="5392881" y="300137"/>
                </a:moveTo>
                <a:lnTo>
                  <a:pt x="5392881" y="643037"/>
                </a:lnTo>
                <a:lnTo>
                  <a:pt x="5293390" y="643037"/>
                </a:lnTo>
                <a:lnTo>
                  <a:pt x="5250665" y="643037"/>
                </a:lnTo>
                <a:lnTo>
                  <a:pt x="5109224" y="643037"/>
                </a:lnTo>
                <a:cubicBezTo>
                  <a:pt x="5014535" y="643037"/>
                  <a:pt x="4937774" y="566277"/>
                  <a:pt x="4937774" y="471587"/>
                </a:cubicBezTo>
                <a:cubicBezTo>
                  <a:pt x="4937774" y="376898"/>
                  <a:pt x="5014535" y="300137"/>
                  <a:pt x="5109224" y="300137"/>
                </a:cubicBezTo>
                <a:lnTo>
                  <a:pt x="5250665" y="300137"/>
                </a:lnTo>
                <a:lnTo>
                  <a:pt x="5293390" y="300137"/>
                </a:lnTo>
                <a:close/>
                <a:moveTo>
                  <a:pt x="919596" y="291554"/>
                </a:moveTo>
                <a:lnTo>
                  <a:pt x="919596" y="617006"/>
                </a:lnTo>
                <a:lnTo>
                  <a:pt x="625124" y="617006"/>
                </a:lnTo>
                <a:cubicBezTo>
                  <a:pt x="535253" y="617006"/>
                  <a:pt x="462398" y="544151"/>
                  <a:pt x="462398" y="454280"/>
                </a:cubicBezTo>
                <a:cubicBezTo>
                  <a:pt x="462398" y="364409"/>
                  <a:pt x="535253" y="291554"/>
                  <a:pt x="625124" y="291554"/>
                </a:cubicBezTo>
                <a:close/>
                <a:moveTo>
                  <a:pt x="6256687" y="224244"/>
                </a:moveTo>
                <a:cubicBezTo>
                  <a:pt x="6277924" y="224244"/>
                  <a:pt x="6295138" y="241459"/>
                  <a:pt x="6295138" y="262695"/>
                </a:cubicBezTo>
                <a:cubicBezTo>
                  <a:pt x="6295138" y="283931"/>
                  <a:pt x="6277924" y="301146"/>
                  <a:pt x="6256687" y="301146"/>
                </a:cubicBezTo>
                <a:cubicBezTo>
                  <a:pt x="6235452" y="301146"/>
                  <a:pt x="6218237" y="283931"/>
                  <a:pt x="6218237" y="262695"/>
                </a:cubicBezTo>
                <a:cubicBezTo>
                  <a:pt x="6218237" y="241459"/>
                  <a:pt x="6235452" y="224244"/>
                  <a:pt x="6256687" y="224244"/>
                </a:cubicBezTo>
                <a:close/>
                <a:moveTo>
                  <a:pt x="6825032" y="224244"/>
                </a:moveTo>
                <a:cubicBezTo>
                  <a:pt x="6846268" y="224244"/>
                  <a:pt x="6863483" y="241459"/>
                  <a:pt x="6863483" y="262695"/>
                </a:cubicBezTo>
                <a:cubicBezTo>
                  <a:pt x="6863483" y="283931"/>
                  <a:pt x="6846268" y="301146"/>
                  <a:pt x="6825032" y="301146"/>
                </a:cubicBezTo>
                <a:cubicBezTo>
                  <a:pt x="6803796" y="301146"/>
                  <a:pt x="6786581" y="283931"/>
                  <a:pt x="6786581" y="262695"/>
                </a:cubicBezTo>
                <a:cubicBezTo>
                  <a:pt x="6786581" y="241459"/>
                  <a:pt x="6803796" y="224244"/>
                  <a:pt x="6825032" y="224244"/>
                </a:cubicBezTo>
                <a:close/>
                <a:moveTo>
                  <a:pt x="6256687" y="175832"/>
                </a:moveTo>
                <a:cubicBezTo>
                  <a:pt x="6208714" y="175832"/>
                  <a:pt x="6169825" y="214722"/>
                  <a:pt x="6169825" y="262695"/>
                </a:cubicBezTo>
                <a:cubicBezTo>
                  <a:pt x="6169825" y="310669"/>
                  <a:pt x="6208714" y="349558"/>
                  <a:pt x="6256687" y="349558"/>
                </a:cubicBezTo>
                <a:cubicBezTo>
                  <a:pt x="6304661" y="349558"/>
                  <a:pt x="6343550" y="310669"/>
                  <a:pt x="6343550" y="262695"/>
                </a:cubicBezTo>
                <a:cubicBezTo>
                  <a:pt x="6343550" y="214722"/>
                  <a:pt x="6304661" y="175832"/>
                  <a:pt x="6256687" y="175832"/>
                </a:cubicBezTo>
                <a:close/>
                <a:moveTo>
                  <a:pt x="6825032" y="175832"/>
                </a:moveTo>
                <a:cubicBezTo>
                  <a:pt x="6777059" y="175832"/>
                  <a:pt x="6738169" y="214722"/>
                  <a:pt x="6738169" y="262695"/>
                </a:cubicBezTo>
                <a:cubicBezTo>
                  <a:pt x="6738169" y="310669"/>
                  <a:pt x="6777059" y="349558"/>
                  <a:pt x="6825032" y="349558"/>
                </a:cubicBezTo>
                <a:cubicBezTo>
                  <a:pt x="6873005" y="349558"/>
                  <a:pt x="6911895" y="310669"/>
                  <a:pt x="6911895" y="262695"/>
                </a:cubicBezTo>
                <a:cubicBezTo>
                  <a:pt x="6911895" y="214722"/>
                  <a:pt x="6873005" y="175832"/>
                  <a:pt x="6825032" y="175832"/>
                </a:cubicBezTo>
                <a:close/>
                <a:moveTo>
                  <a:pt x="166255" y="139078"/>
                </a:moveTo>
                <a:lnTo>
                  <a:pt x="0" y="139078"/>
                </a:lnTo>
                <a:lnTo>
                  <a:pt x="0" y="1089846"/>
                </a:lnTo>
                <a:lnTo>
                  <a:pt x="166255" y="1089846"/>
                </a:lnTo>
                <a:close/>
                <a:moveTo>
                  <a:pt x="1943100" y="139078"/>
                </a:moveTo>
                <a:lnTo>
                  <a:pt x="1776845" y="139078"/>
                </a:lnTo>
                <a:lnTo>
                  <a:pt x="1776845" y="139079"/>
                </a:lnTo>
                <a:lnTo>
                  <a:pt x="1235085" y="139079"/>
                </a:lnTo>
                <a:lnTo>
                  <a:pt x="1235085" y="305334"/>
                </a:lnTo>
                <a:lnTo>
                  <a:pt x="1776845" y="305334"/>
                </a:lnTo>
                <a:lnTo>
                  <a:pt x="1776845" y="526141"/>
                </a:lnTo>
                <a:lnTo>
                  <a:pt x="1255865" y="526141"/>
                </a:lnTo>
                <a:lnTo>
                  <a:pt x="1255865" y="692396"/>
                </a:lnTo>
                <a:lnTo>
                  <a:pt x="1776845" y="692396"/>
                </a:lnTo>
                <a:lnTo>
                  <a:pt x="1776845" y="923591"/>
                </a:lnTo>
                <a:lnTo>
                  <a:pt x="1235085" y="923591"/>
                </a:lnTo>
                <a:lnTo>
                  <a:pt x="1235085" y="1089846"/>
                </a:lnTo>
                <a:lnTo>
                  <a:pt x="1776845" y="1089846"/>
                </a:lnTo>
                <a:lnTo>
                  <a:pt x="1776845" y="1089847"/>
                </a:lnTo>
                <a:lnTo>
                  <a:pt x="1943100" y="1089847"/>
                </a:lnTo>
                <a:close/>
                <a:moveTo>
                  <a:pt x="2862697" y="139078"/>
                </a:moveTo>
                <a:lnTo>
                  <a:pt x="2758787" y="139078"/>
                </a:lnTo>
                <a:lnTo>
                  <a:pt x="2696442" y="139078"/>
                </a:lnTo>
                <a:lnTo>
                  <a:pt x="2401619" y="139078"/>
                </a:lnTo>
                <a:cubicBezTo>
                  <a:pt x="2217979" y="139078"/>
                  <a:pt x="2069110" y="287947"/>
                  <a:pt x="2069110" y="471587"/>
                </a:cubicBezTo>
                <a:cubicBezTo>
                  <a:pt x="2069110" y="655227"/>
                  <a:pt x="2217979" y="804096"/>
                  <a:pt x="2401619" y="804096"/>
                </a:cubicBezTo>
                <a:lnTo>
                  <a:pt x="2696442" y="804096"/>
                </a:lnTo>
                <a:lnTo>
                  <a:pt x="2696442" y="1089846"/>
                </a:lnTo>
                <a:lnTo>
                  <a:pt x="2862697" y="1089846"/>
                </a:lnTo>
                <a:close/>
                <a:moveTo>
                  <a:pt x="3793905" y="139078"/>
                </a:moveTo>
                <a:lnTo>
                  <a:pt x="3689995" y="139078"/>
                </a:lnTo>
                <a:lnTo>
                  <a:pt x="3627650" y="139078"/>
                </a:lnTo>
                <a:lnTo>
                  <a:pt x="3332827" y="139078"/>
                </a:lnTo>
                <a:cubicBezTo>
                  <a:pt x="3149187" y="139078"/>
                  <a:pt x="3000318" y="287947"/>
                  <a:pt x="3000318" y="471587"/>
                </a:cubicBezTo>
                <a:cubicBezTo>
                  <a:pt x="3000318" y="655227"/>
                  <a:pt x="3149187" y="804096"/>
                  <a:pt x="3332827" y="804096"/>
                </a:cubicBezTo>
                <a:lnTo>
                  <a:pt x="3627650" y="804096"/>
                </a:lnTo>
                <a:lnTo>
                  <a:pt x="3627650" y="1089846"/>
                </a:lnTo>
                <a:lnTo>
                  <a:pt x="3793905" y="1089846"/>
                </a:lnTo>
                <a:close/>
                <a:moveTo>
                  <a:pt x="4639541" y="139078"/>
                </a:moveTo>
                <a:lnTo>
                  <a:pt x="4473286" y="139078"/>
                </a:lnTo>
                <a:lnTo>
                  <a:pt x="4473286" y="139079"/>
                </a:lnTo>
                <a:lnTo>
                  <a:pt x="3931526" y="139079"/>
                </a:lnTo>
                <a:lnTo>
                  <a:pt x="3931526" y="305334"/>
                </a:lnTo>
                <a:lnTo>
                  <a:pt x="4473286" y="305334"/>
                </a:lnTo>
                <a:lnTo>
                  <a:pt x="4473286" y="526141"/>
                </a:lnTo>
                <a:lnTo>
                  <a:pt x="3952306" y="526141"/>
                </a:lnTo>
                <a:lnTo>
                  <a:pt x="3952306" y="692396"/>
                </a:lnTo>
                <a:lnTo>
                  <a:pt x="4473286" y="692396"/>
                </a:lnTo>
                <a:lnTo>
                  <a:pt x="4473286" y="923591"/>
                </a:lnTo>
                <a:lnTo>
                  <a:pt x="3931526" y="923591"/>
                </a:lnTo>
                <a:lnTo>
                  <a:pt x="3931526" y="1089846"/>
                </a:lnTo>
                <a:lnTo>
                  <a:pt x="4473286" y="1089846"/>
                </a:lnTo>
                <a:lnTo>
                  <a:pt x="4473286" y="1089847"/>
                </a:lnTo>
                <a:lnTo>
                  <a:pt x="4639541" y="1089847"/>
                </a:lnTo>
                <a:close/>
                <a:moveTo>
                  <a:pt x="5559136" y="139078"/>
                </a:moveTo>
                <a:lnTo>
                  <a:pt x="5455226" y="139078"/>
                </a:lnTo>
                <a:lnTo>
                  <a:pt x="5392881" y="139078"/>
                </a:lnTo>
                <a:lnTo>
                  <a:pt x="5098058" y="139078"/>
                </a:lnTo>
                <a:cubicBezTo>
                  <a:pt x="4914418" y="139078"/>
                  <a:pt x="4765549" y="287947"/>
                  <a:pt x="4765549" y="471587"/>
                </a:cubicBezTo>
                <a:cubicBezTo>
                  <a:pt x="4765549" y="655227"/>
                  <a:pt x="4914418" y="804096"/>
                  <a:pt x="5098058" y="804096"/>
                </a:cubicBezTo>
                <a:lnTo>
                  <a:pt x="5392881" y="804096"/>
                </a:lnTo>
                <a:lnTo>
                  <a:pt x="5392881" y="1089846"/>
                </a:lnTo>
                <a:lnTo>
                  <a:pt x="5559136" y="1089846"/>
                </a:lnTo>
                <a:close/>
                <a:moveTo>
                  <a:pt x="1085851" y="139077"/>
                </a:moveTo>
                <a:lnTo>
                  <a:pt x="1011893" y="139077"/>
                </a:lnTo>
                <a:lnTo>
                  <a:pt x="919596" y="139077"/>
                </a:lnTo>
                <a:lnTo>
                  <a:pt x="606147" y="139077"/>
                </a:lnTo>
                <a:cubicBezTo>
                  <a:pt x="432065" y="139077"/>
                  <a:pt x="290944" y="280198"/>
                  <a:pt x="290944" y="454280"/>
                </a:cubicBezTo>
                <a:cubicBezTo>
                  <a:pt x="290944" y="584841"/>
                  <a:pt x="370325" y="696862"/>
                  <a:pt x="483456" y="744713"/>
                </a:cubicBezTo>
                <a:lnTo>
                  <a:pt x="535734" y="760941"/>
                </a:lnTo>
                <a:lnTo>
                  <a:pt x="251567" y="1089845"/>
                </a:lnTo>
                <a:lnTo>
                  <a:pt x="467810" y="1089845"/>
                </a:lnTo>
                <a:lnTo>
                  <a:pt x="744596" y="769483"/>
                </a:lnTo>
                <a:lnTo>
                  <a:pt x="919596" y="769483"/>
                </a:lnTo>
                <a:lnTo>
                  <a:pt x="919596" y="1089845"/>
                </a:lnTo>
                <a:lnTo>
                  <a:pt x="1085851" y="1089845"/>
                </a:lnTo>
                <a:close/>
                <a:moveTo>
                  <a:pt x="6256688" y="101872"/>
                </a:moveTo>
                <a:cubicBezTo>
                  <a:pt x="6345509" y="101872"/>
                  <a:pt x="6417511" y="173875"/>
                  <a:pt x="6417511" y="262695"/>
                </a:cubicBezTo>
                <a:cubicBezTo>
                  <a:pt x="6417511" y="351515"/>
                  <a:pt x="6345509" y="423518"/>
                  <a:pt x="6256688" y="423518"/>
                </a:cubicBezTo>
                <a:cubicBezTo>
                  <a:pt x="6167868" y="423518"/>
                  <a:pt x="6095866" y="351515"/>
                  <a:pt x="6095866" y="262695"/>
                </a:cubicBezTo>
                <a:cubicBezTo>
                  <a:pt x="6095866" y="173875"/>
                  <a:pt x="6167868" y="101872"/>
                  <a:pt x="6256688" y="101872"/>
                </a:cubicBezTo>
                <a:close/>
                <a:moveTo>
                  <a:pt x="6825033" y="101872"/>
                </a:moveTo>
                <a:cubicBezTo>
                  <a:pt x="6913853" y="101872"/>
                  <a:pt x="6985855" y="173875"/>
                  <a:pt x="6985855" y="262695"/>
                </a:cubicBezTo>
                <a:cubicBezTo>
                  <a:pt x="6985855" y="351515"/>
                  <a:pt x="6913853" y="423518"/>
                  <a:pt x="6825033" y="423518"/>
                </a:cubicBezTo>
                <a:cubicBezTo>
                  <a:pt x="6736212" y="423518"/>
                  <a:pt x="6664210" y="351515"/>
                  <a:pt x="6664210" y="262695"/>
                </a:cubicBezTo>
                <a:cubicBezTo>
                  <a:pt x="6664210" y="173875"/>
                  <a:pt x="6736212" y="101872"/>
                  <a:pt x="6825033" y="101872"/>
                </a:cubicBezTo>
                <a:close/>
                <a:moveTo>
                  <a:pt x="6825033" y="0"/>
                </a:moveTo>
                <a:cubicBezTo>
                  <a:pt x="6716220" y="0"/>
                  <a:pt x="6622861" y="66157"/>
                  <a:pt x="6582981" y="160442"/>
                </a:cubicBezTo>
                <a:lnTo>
                  <a:pt x="6571421" y="217704"/>
                </a:lnTo>
                <a:lnTo>
                  <a:pt x="6569969" y="217704"/>
                </a:lnTo>
                <a:lnTo>
                  <a:pt x="6564297" y="231400"/>
                </a:lnTo>
                <a:cubicBezTo>
                  <a:pt x="6558288" y="237409"/>
                  <a:pt x="6549987" y="241125"/>
                  <a:pt x="6540819" y="241125"/>
                </a:cubicBezTo>
                <a:cubicBezTo>
                  <a:pt x="6531649" y="241125"/>
                  <a:pt x="6523349" y="237409"/>
                  <a:pt x="6517340" y="231400"/>
                </a:cubicBezTo>
                <a:lnTo>
                  <a:pt x="6515871" y="227852"/>
                </a:lnTo>
                <a:lnTo>
                  <a:pt x="6514046" y="209753"/>
                </a:lnTo>
                <a:cubicBezTo>
                  <a:pt x="6489551" y="90047"/>
                  <a:pt x="6383636" y="0"/>
                  <a:pt x="6256688" y="0"/>
                </a:cubicBezTo>
                <a:cubicBezTo>
                  <a:pt x="6111606" y="0"/>
                  <a:pt x="5993994" y="117612"/>
                  <a:pt x="5993994" y="262695"/>
                </a:cubicBezTo>
                <a:lnTo>
                  <a:pt x="5994681" y="269510"/>
                </a:lnTo>
                <a:lnTo>
                  <a:pt x="5993994" y="269510"/>
                </a:lnTo>
                <a:lnTo>
                  <a:pt x="5993994" y="713374"/>
                </a:lnTo>
                <a:lnTo>
                  <a:pt x="5993994" y="825814"/>
                </a:lnTo>
                <a:lnTo>
                  <a:pt x="5993994" y="1043963"/>
                </a:lnTo>
                <a:lnTo>
                  <a:pt x="5981567" y="1045096"/>
                </a:lnTo>
                <a:cubicBezTo>
                  <a:pt x="5906944" y="1058988"/>
                  <a:pt x="5843143" y="1092392"/>
                  <a:pt x="5801173" y="1137343"/>
                </a:cubicBezTo>
                <a:lnTo>
                  <a:pt x="5781484" y="1163591"/>
                </a:lnTo>
                <a:lnTo>
                  <a:pt x="5788570" y="1159326"/>
                </a:lnTo>
                <a:cubicBezTo>
                  <a:pt x="5811892" y="1150520"/>
                  <a:pt x="5837534" y="1145650"/>
                  <a:pt x="5864449" y="1145650"/>
                </a:cubicBezTo>
                <a:cubicBezTo>
                  <a:pt x="5935103" y="1145650"/>
                  <a:pt x="5996977" y="1179206"/>
                  <a:pt x="6031167" y="1229439"/>
                </a:cubicBezTo>
                <a:lnTo>
                  <a:pt x="6039694" y="1250807"/>
                </a:lnTo>
                <a:cubicBezTo>
                  <a:pt x="6042505" y="1257453"/>
                  <a:pt x="6049086" y="1262115"/>
                  <a:pt x="6056755" y="1262115"/>
                </a:cubicBezTo>
                <a:cubicBezTo>
                  <a:pt x="6064424" y="1262115"/>
                  <a:pt x="6071005" y="1257453"/>
                  <a:pt x="6073816" y="1250807"/>
                </a:cubicBezTo>
                <a:lnTo>
                  <a:pt x="6082550" y="1229439"/>
                </a:lnTo>
                <a:cubicBezTo>
                  <a:pt x="6116739" y="1179206"/>
                  <a:pt x="6178614" y="1145650"/>
                  <a:pt x="6249267" y="1145650"/>
                </a:cubicBezTo>
                <a:cubicBezTo>
                  <a:pt x="6276183" y="1145650"/>
                  <a:pt x="6301825" y="1150520"/>
                  <a:pt x="6325147" y="1159326"/>
                </a:cubicBezTo>
                <a:lnTo>
                  <a:pt x="6341466" y="1169148"/>
                </a:lnTo>
                <a:lnTo>
                  <a:pt x="6317608" y="1137343"/>
                </a:lnTo>
                <a:cubicBezTo>
                  <a:pt x="6275637" y="1092392"/>
                  <a:pt x="6211837" y="1058988"/>
                  <a:pt x="6137214" y="1045096"/>
                </a:cubicBezTo>
                <a:lnTo>
                  <a:pt x="6133776" y="1044782"/>
                </a:lnTo>
                <a:lnTo>
                  <a:pt x="6133776" y="825814"/>
                </a:lnTo>
                <a:lnTo>
                  <a:pt x="6179198" y="825814"/>
                </a:lnTo>
                <a:lnTo>
                  <a:pt x="6179198" y="1011890"/>
                </a:lnTo>
                <a:lnTo>
                  <a:pt x="6212031" y="1021237"/>
                </a:lnTo>
                <a:cubicBezTo>
                  <a:pt x="6240838" y="1032560"/>
                  <a:pt x="6267541" y="1046328"/>
                  <a:pt x="6291611" y="1062157"/>
                </a:cubicBezTo>
                <a:lnTo>
                  <a:pt x="6339391" y="1102079"/>
                </a:lnTo>
                <a:lnTo>
                  <a:pt x="6742280" y="1102079"/>
                </a:lnTo>
                <a:lnTo>
                  <a:pt x="6790060" y="1062157"/>
                </a:lnTo>
                <a:cubicBezTo>
                  <a:pt x="6814130" y="1046328"/>
                  <a:pt x="6840834" y="1032560"/>
                  <a:pt x="6869641" y="1021237"/>
                </a:cubicBezTo>
                <a:lnTo>
                  <a:pt x="6890907" y="1015183"/>
                </a:lnTo>
                <a:lnTo>
                  <a:pt x="6890907" y="825814"/>
                </a:lnTo>
                <a:lnTo>
                  <a:pt x="6947945" y="825814"/>
                </a:lnTo>
                <a:lnTo>
                  <a:pt x="6947945" y="1044163"/>
                </a:lnTo>
                <a:lnTo>
                  <a:pt x="6937703" y="1045096"/>
                </a:lnTo>
                <a:cubicBezTo>
                  <a:pt x="6863081" y="1058988"/>
                  <a:pt x="6799280" y="1092392"/>
                  <a:pt x="6757310" y="1137343"/>
                </a:cubicBezTo>
                <a:lnTo>
                  <a:pt x="6733452" y="1169148"/>
                </a:lnTo>
                <a:lnTo>
                  <a:pt x="6749771" y="1159326"/>
                </a:lnTo>
                <a:cubicBezTo>
                  <a:pt x="6773093" y="1150520"/>
                  <a:pt x="6798735" y="1145650"/>
                  <a:pt x="6825650" y="1145650"/>
                </a:cubicBezTo>
                <a:cubicBezTo>
                  <a:pt x="6896304" y="1145650"/>
                  <a:pt x="6958178" y="1179206"/>
                  <a:pt x="6992368" y="1229439"/>
                </a:cubicBezTo>
                <a:lnTo>
                  <a:pt x="7001101" y="1250807"/>
                </a:lnTo>
                <a:cubicBezTo>
                  <a:pt x="7003913" y="1257453"/>
                  <a:pt x="7010493" y="1262115"/>
                  <a:pt x="7018162" y="1262115"/>
                </a:cubicBezTo>
                <a:cubicBezTo>
                  <a:pt x="7025831" y="1262115"/>
                  <a:pt x="7032413" y="1257453"/>
                  <a:pt x="7035223" y="1250807"/>
                </a:cubicBezTo>
                <a:lnTo>
                  <a:pt x="7043751" y="1229439"/>
                </a:lnTo>
                <a:cubicBezTo>
                  <a:pt x="7077940" y="1179206"/>
                  <a:pt x="7139815" y="1145650"/>
                  <a:pt x="7210468" y="1145650"/>
                </a:cubicBezTo>
                <a:cubicBezTo>
                  <a:pt x="7237384" y="1145650"/>
                  <a:pt x="7263026" y="1150520"/>
                  <a:pt x="7286348" y="1159326"/>
                </a:cubicBezTo>
                <a:lnTo>
                  <a:pt x="7293433" y="1163591"/>
                </a:lnTo>
                <a:lnTo>
                  <a:pt x="7273745" y="1137343"/>
                </a:lnTo>
                <a:cubicBezTo>
                  <a:pt x="7231774" y="1092392"/>
                  <a:pt x="7167974" y="1058988"/>
                  <a:pt x="7093351" y="1045096"/>
                </a:cubicBezTo>
                <a:lnTo>
                  <a:pt x="7087727" y="1044583"/>
                </a:lnTo>
                <a:lnTo>
                  <a:pt x="7087727" y="825814"/>
                </a:lnTo>
                <a:lnTo>
                  <a:pt x="7087727" y="713374"/>
                </a:lnTo>
                <a:lnTo>
                  <a:pt x="7087727" y="269510"/>
                </a:lnTo>
                <a:lnTo>
                  <a:pt x="7087040" y="269510"/>
                </a:lnTo>
                <a:lnTo>
                  <a:pt x="7087727" y="262695"/>
                </a:lnTo>
                <a:cubicBezTo>
                  <a:pt x="7087727" y="117612"/>
                  <a:pt x="6970115" y="0"/>
                  <a:pt x="6825033" y="0"/>
                </a:cubicBezTo>
                <a:close/>
              </a:path>
            </a:pathLst>
          </a:custGeom>
          <a:solidFill>
            <a:srgbClr val="89C90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cxnSp>
        <p:nvCxnSpPr>
          <p:cNvPr id="40" name="Straight Connector 39"/>
          <p:cNvCxnSpPr/>
          <p:nvPr userDrawn="1"/>
        </p:nvCxnSpPr>
        <p:spPr>
          <a:xfrm flipH="1">
            <a:off x="451821" y="6258466"/>
            <a:ext cx="11370833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 userDrawn="1"/>
        </p:nvSpPr>
        <p:spPr>
          <a:xfrm>
            <a:off x="3352800" y="6605286"/>
            <a:ext cx="5486400" cy="26161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/>
            <a:r>
              <a:rPr lang="en-US" sz="1100" dirty="0">
                <a:solidFill>
                  <a:srgbClr val="97999B"/>
                </a:solidFill>
              </a:rPr>
              <a:t>©2016 Pepperi Ltd. All rights reserved</a:t>
            </a:r>
            <a:endParaRPr lang="he-IL" sz="1100" dirty="0">
              <a:solidFill>
                <a:srgbClr val="9799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56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5" r:id="rId3"/>
    <p:sldLayoutId id="2147483658" r:id="rId4"/>
    <p:sldLayoutId id="2147483662" r:id="rId5"/>
    <p:sldLayoutId id="2147483650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Nexa Bold" panose="02000000000000000000" pitchFamily="50" charset="0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75000"/>
          </a:schemeClr>
        </a:buClr>
        <a:buFont typeface="Arial" panose="020B0604020202020204" pitchFamily="34" charset="0"/>
        <a:buChar char="•"/>
        <a:defRPr sz="2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0850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22313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82663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52538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pepperi.com/company-resources/apis/get/company/apitoken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pepperi.com/content/introduction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pepperi.com/v1.0/accounts?page=1&amp;page_size=10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mailto:x@pepperi.com" TargetMode="Externa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1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5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2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1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7B33A-FFA8-4D66-B334-0C6CDCCDB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20" y="981540"/>
            <a:ext cx="11370833" cy="4866104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Goal</a:t>
            </a:r>
          </a:p>
          <a:p>
            <a:pPr lvl="1"/>
            <a:r>
              <a:rPr lang="en-US" dirty="0"/>
              <a:t>The data flow task will get items from </a:t>
            </a:r>
            <a:r>
              <a:rPr lang="en-US" dirty="0" err="1"/>
              <a:t>Erp</a:t>
            </a:r>
            <a:r>
              <a:rPr lang="en-US" dirty="0"/>
              <a:t> and Upload it to </a:t>
            </a:r>
            <a:r>
              <a:rPr lang="en-US" dirty="0" err="1"/>
              <a:t>Pepperi</a:t>
            </a:r>
            <a:endParaRPr lang="en-US" dirty="0"/>
          </a:p>
          <a:p>
            <a:r>
              <a:rPr lang="en-US" dirty="0"/>
              <a:t>Concepts:	</a:t>
            </a:r>
          </a:p>
          <a:p>
            <a:pPr lvl="1"/>
            <a:r>
              <a:rPr lang="en-US" dirty="0"/>
              <a:t>http request, placeholders</a:t>
            </a:r>
          </a:p>
          <a:p>
            <a:pPr lvl="1"/>
            <a:r>
              <a:rPr lang="en-US" sz="2800" dirty="0"/>
              <a:t>Mappings	</a:t>
            </a:r>
          </a:p>
          <a:p>
            <a:pPr lvl="2"/>
            <a:r>
              <a:rPr lang="en-US" dirty="0"/>
              <a:t>Mappings allows us to define how to create a CSV  file given another CSV file</a:t>
            </a:r>
          </a:p>
          <a:p>
            <a:pPr lvl="2"/>
            <a:r>
              <a:rPr lang="en-US" dirty="0"/>
              <a:t>We can Remove columns, Rename columns, Add calculated column </a:t>
            </a:r>
            <a:r>
              <a:rPr lang="en-US" dirty="0" err="1"/>
              <a:t>etc</a:t>
            </a:r>
            <a:endParaRPr lang="en-US" dirty="0"/>
          </a:p>
          <a:p>
            <a:pPr lvl="2"/>
            <a:r>
              <a:rPr lang="en-US" dirty="0"/>
              <a:t>As we map, source drop down is populated with the columns of the CSV file generated by the task</a:t>
            </a:r>
          </a:p>
          <a:p>
            <a:pPr lvl="2"/>
            <a:r>
              <a:rPr lang="en-US" dirty="0"/>
              <a:t>As we map, target drop down is populated with “custom” fields of the target object</a:t>
            </a:r>
          </a:p>
          <a:p>
            <a:pPr marL="541338" lvl="2" indent="0">
              <a:buNone/>
            </a:pPr>
            <a:endParaRPr lang="en-US" dirty="0"/>
          </a:p>
          <a:p>
            <a:r>
              <a:rPr lang="en-US" dirty="0"/>
              <a:t>Keywords:	 </a:t>
            </a:r>
          </a:p>
          <a:p>
            <a:pPr lvl="1"/>
            <a:r>
              <a:rPr lang="en-US" dirty="0" err="1"/>
              <a:t>donotsend</a:t>
            </a:r>
            <a:r>
              <a:rPr lang="en-US" dirty="0"/>
              <a:t> 		</a:t>
            </a:r>
          </a:p>
          <a:p>
            <a:pPr lvl="1"/>
            <a:r>
              <a:rPr lang="en-US" dirty="0" err="1"/>
              <a:t>new_api_base_uri</a:t>
            </a:r>
            <a:r>
              <a:rPr lang="en-US" dirty="0"/>
              <a:t>			</a:t>
            </a:r>
          </a:p>
          <a:p>
            <a:pPr lvl="1"/>
            <a:r>
              <a:rPr lang="en-US" dirty="0"/>
              <a:t> connection_param_1			</a:t>
            </a:r>
          </a:p>
          <a:p>
            <a:pPr lvl="1"/>
            <a:r>
              <a:rPr lang="en-US" dirty="0"/>
              <a:t>connection_param_2			</a:t>
            </a:r>
          </a:p>
          <a:p>
            <a:pPr lvl="1"/>
            <a:r>
              <a:rPr lang="en-US" dirty="0"/>
              <a:t>Remove				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is_new_api</a:t>
            </a:r>
            <a:endParaRPr lang="en-US" dirty="0"/>
          </a:p>
          <a:p>
            <a:pPr marL="271462" lvl="1" indent="0">
              <a:buNone/>
            </a:pPr>
            <a:endParaRPr lang="en-US" i="1" dirty="0"/>
          </a:p>
          <a:p>
            <a:r>
              <a:rPr lang="en-US" dirty="0"/>
              <a:t>Behind the scenes</a:t>
            </a:r>
          </a:p>
          <a:p>
            <a:pPr lvl="2"/>
            <a:r>
              <a:rPr lang="en-US" dirty="0"/>
              <a:t>Task will send http request to get items from </a:t>
            </a:r>
            <a:r>
              <a:rPr lang="en-US" dirty="0" err="1"/>
              <a:t>erp</a:t>
            </a:r>
            <a:r>
              <a:rPr lang="en-US" dirty="0"/>
              <a:t> as </a:t>
            </a:r>
            <a:r>
              <a:rPr lang="en-US" dirty="0" err="1"/>
              <a:t>json</a:t>
            </a:r>
            <a:endParaRPr lang="en-US" dirty="0"/>
          </a:p>
          <a:p>
            <a:pPr lvl="2"/>
            <a:r>
              <a:rPr lang="en-US" dirty="0"/>
              <a:t>Convert the </a:t>
            </a:r>
            <a:r>
              <a:rPr lang="en-US" dirty="0" err="1"/>
              <a:t>json</a:t>
            </a:r>
            <a:r>
              <a:rPr lang="en-US" dirty="0"/>
              <a:t> file to CSV file</a:t>
            </a:r>
          </a:p>
          <a:p>
            <a:pPr lvl="2"/>
            <a:r>
              <a:rPr lang="en-US" dirty="0"/>
              <a:t>Manipulate the CSV file: Mappings</a:t>
            </a:r>
          </a:p>
          <a:p>
            <a:pPr lvl="2"/>
            <a:r>
              <a:rPr lang="en-US" dirty="0"/>
              <a:t>Upload the items to </a:t>
            </a:r>
            <a:r>
              <a:rPr lang="en-US" dirty="0" err="1"/>
              <a:t>Pepperi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9C4C3-5178-4B84-ADCD-8F365AA9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C1D064E-AE0D-4E3B-9C63-DA860385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87290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3119-A528-4A52-AE78-77742B83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90CCA-F896-492F-89F2-148F2E5DF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dirty="0"/>
              <a:t>connection_param_1		 </a:t>
            </a:r>
            <a:r>
              <a:rPr lang="en-US" dirty="0" err="1"/>
              <a:t>TokenAuth</a:t>
            </a:r>
            <a:endParaRPr lang="en-US" dirty="0"/>
          </a:p>
          <a:p>
            <a:pPr lvl="1"/>
            <a:r>
              <a:rPr lang="en-US" dirty="0"/>
              <a:t>connection_param_2		 &lt;</a:t>
            </a:r>
            <a:r>
              <a:rPr lang="en-US" dirty="0" err="1"/>
              <a:t>TokenAuth</a:t>
            </a:r>
            <a:r>
              <a:rPr lang="en-US" dirty="0"/>
              <a:t>&gt; (Export through </a:t>
            </a:r>
            <a:r>
              <a:rPr lang="en-US" dirty="0">
                <a:hlinkClick r:id="rId2"/>
              </a:rPr>
              <a:t>Pepperi’s API</a:t>
            </a:r>
            <a:r>
              <a:rPr lang="en-US" dirty="0"/>
              <a:t>) </a:t>
            </a:r>
            <a:endParaRPr lang="en-US" i="1" dirty="0"/>
          </a:p>
          <a:p>
            <a:pPr lvl="1"/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0A917-F04B-4261-8868-BF774355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37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A313-B950-4BBF-B956-52FA84E1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920ED-CB42-4B22-8719-6738E1E7C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20" y="1298221"/>
            <a:ext cx="11370833" cy="4868663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1.3.1 Get Items from </a:t>
            </a:r>
            <a:r>
              <a:rPr lang="en-US" i="1" dirty="0" err="1"/>
              <a:t>Erp</a:t>
            </a:r>
            <a:r>
              <a:rPr lang="en-US" i="1" dirty="0"/>
              <a:t> To </a:t>
            </a:r>
            <a:r>
              <a:rPr lang="en-US" i="1" dirty="0" err="1"/>
              <a:t>Pepperi</a:t>
            </a:r>
            <a:endParaRPr lang="en-US" i="1" dirty="0"/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Generic Http Exporter</a:t>
            </a:r>
          </a:p>
          <a:p>
            <a:pPr lvl="1"/>
            <a:r>
              <a:rPr lang="en-US" i="1" dirty="0"/>
              <a:t>Target object:	</a:t>
            </a:r>
            <a:r>
              <a:rPr lang="en-US" i="1" dirty="0" err="1"/>
              <a:t>Pepperi</a:t>
            </a:r>
            <a:r>
              <a:rPr lang="en-US" i="1" dirty="0"/>
              <a:t> Export Item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 err="1">
                <a:solidFill>
                  <a:srgbClr val="88C802"/>
                </a:solidFill>
              </a:rPr>
              <a:t>Dontosend</a:t>
            </a:r>
            <a:r>
              <a:rPr lang="en-US" i="1" dirty="0">
                <a:solidFill>
                  <a:srgbClr val="88C802"/>
                </a:solidFill>
              </a:rPr>
              <a:t>=1		(do not send data to </a:t>
            </a:r>
            <a:r>
              <a:rPr lang="en-US" i="1" dirty="0" err="1">
                <a:solidFill>
                  <a:srgbClr val="88C802"/>
                </a:solidFill>
              </a:rPr>
              <a:t>Pepperi</a:t>
            </a:r>
            <a:r>
              <a:rPr lang="en-US" i="1" dirty="0">
                <a:solidFill>
                  <a:srgbClr val="88C802"/>
                </a:solidFill>
              </a:rPr>
              <a:t> for now)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 !%</a:t>
            </a:r>
            <a:r>
              <a:rPr lang="en-US" dirty="0" err="1"/>
              <a:t>new_api_base_uri</a:t>
            </a:r>
            <a:r>
              <a:rPr lang="en-US" dirty="0"/>
              <a:t>%!items</a:t>
            </a:r>
          </a:p>
          <a:p>
            <a:pPr lvl="1"/>
            <a:r>
              <a:rPr lang="en-US" dirty="0"/>
              <a:t>Header		 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 (</a:t>
            </a:r>
            <a:r>
              <a:rPr lang="en-US" dirty="0">
                <a:hlinkClick r:id="rId2"/>
              </a:rPr>
              <a:t>instructions on ConsumerKey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20DE0-932F-44BA-B8A4-F937BDE2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24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CBB5-5D54-4583-9EE4-6DF0B4163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67FE-E8A4-46A6-98C4-51C8331FE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	</a:t>
            </a:r>
          </a:p>
          <a:p>
            <a:pPr lvl="2"/>
            <a:r>
              <a:rPr lang="en-US" i="1" dirty="0"/>
              <a:t>request </a:t>
            </a:r>
            <a:r>
              <a:rPr lang="en-US" i="1" dirty="0" err="1"/>
              <a:t>url</a:t>
            </a:r>
            <a:r>
              <a:rPr lang="en-US" i="1" dirty="0"/>
              <a:t>, request header</a:t>
            </a:r>
          </a:p>
          <a:p>
            <a:pPr lvl="2"/>
            <a:r>
              <a:rPr lang="en-US" i="1" dirty="0"/>
              <a:t>Original response (</a:t>
            </a:r>
            <a:r>
              <a:rPr lang="en-US" i="1" dirty="0" err="1"/>
              <a:t>json</a:t>
            </a:r>
            <a:r>
              <a:rPr lang="en-US" i="1" dirty="0"/>
              <a:t>)</a:t>
            </a:r>
          </a:p>
          <a:p>
            <a:pPr lvl="2"/>
            <a:r>
              <a:rPr lang="en-US" i="1" dirty="0"/>
              <a:t>Final generated file (flat CSV)</a:t>
            </a:r>
          </a:p>
          <a:p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A5EC6-1950-49F9-96CB-37D23FC8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94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8901-2B6D-49E9-810C-4A153C59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3BA82-BAD4-4B69-AAF3-EEFEB2723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Step 6:  Mappings</a:t>
            </a:r>
          </a:p>
          <a:p>
            <a:pPr marL="0" indent="0">
              <a:buNone/>
            </a:pPr>
            <a:r>
              <a:rPr lang="en-US" dirty="0"/>
              <a:t>	Let's say we want only the following columns:  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ExternalID</a:t>
            </a:r>
            <a:r>
              <a:rPr lang="en-US" dirty="0"/>
              <a:t> , Name, Price, </a:t>
            </a:r>
            <a:r>
              <a:rPr lang="en-US" dirty="0" err="1"/>
              <a:t>MainCategoryID</a:t>
            </a:r>
            <a:r>
              <a:rPr lang="en-US" dirty="0"/>
              <a:t>.</a:t>
            </a:r>
            <a:endParaRPr lang="en-US" i="1" dirty="0"/>
          </a:p>
          <a:p>
            <a:pPr lvl="1"/>
            <a:r>
              <a:rPr lang="en-US" dirty="0"/>
              <a:t>Step6.1 Set "</a:t>
            </a:r>
            <a:r>
              <a:rPr lang="en-US" dirty="0" err="1">
                <a:solidFill>
                  <a:srgbClr val="88C802"/>
                </a:solidFill>
              </a:rPr>
              <a:t>is_new_api</a:t>
            </a:r>
            <a:r>
              <a:rPr lang="en-US" dirty="0"/>
              <a:t>"  to  1</a:t>
            </a:r>
          </a:p>
          <a:p>
            <a:pPr lvl="1"/>
            <a:r>
              <a:rPr lang="en-US" dirty="0"/>
              <a:t>Step6.2 Run the task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source fields drop down will be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poplated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with the columns of the CSV file</a:t>
            </a:r>
          </a:p>
          <a:p>
            <a:pPr lvl="1"/>
            <a:r>
              <a:rPr lang="en-US" dirty="0"/>
              <a:t>Step6.3 Define the mappings</a:t>
            </a:r>
          </a:p>
          <a:p>
            <a:pPr lvl="2"/>
            <a:r>
              <a:rPr lang="en-US" dirty="0" err="1"/>
              <a:t>ExternalID</a:t>
            </a:r>
            <a:r>
              <a:rPr lang="en-US" dirty="0"/>
              <a:t>=&gt;</a:t>
            </a:r>
            <a:r>
              <a:rPr lang="en-US" dirty="0" err="1"/>
              <a:t>ExternalID</a:t>
            </a:r>
            <a:r>
              <a:rPr lang="en-US" dirty="0"/>
              <a:t>, Name=&gt;</a:t>
            </a:r>
            <a:r>
              <a:rPr lang="en-US" dirty="0" err="1"/>
              <a:t>Name,Price</a:t>
            </a:r>
            <a:r>
              <a:rPr lang="en-US" dirty="0"/>
              <a:t>=&gt;Price, </a:t>
            </a:r>
            <a:r>
              <a:rPr lang="en-US" dirty="0" err="1"/>
              <a:t>MainCategoryID</a:t>
            </a:r>
            <a:r>
              <a:rPr lang="en-US" dirty="0"/>
              <a:t>=&gt;</a:t>
            </a:r>
            <a:r>
              <a:rPr lang="en-US" dirty="0" err="1"/>
              <a:t>MainCatrgoryID</a:t>
            </a:r>
            <a:endParaRPr lang="en-US" dirty="0"/>
          </a:p>
          <a:p>
            <a:pPr lvl="1"/>
            <a:r>
              <a:rPr lang="en-US" dirty="0"/>
              <a:t>Step6.4 Set "</a:t>
            </a:r>
            <a:r>
              <a:rPr lang="en-US" dirty="0">
                <a:solidFill>
                  <a:srgbClr val="88C802"/>
                </a:solidFill>
              </a:rPr>
              <a:t>remove</a:t>
            </a:r>
            <a:r>
              <a:rPr lang="en-US" dirty="0"/>
              <a:t>" to 1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/>
              <a:t>Step6.5 Run the task</a:t>
            </a:r>
          </a:p>
          <a:p>
            <a:pPr lvl="2"/>
            <a:r>
              <a:rPr lang="en-US" dirty="0"/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pPr lvl="1"/>
            <a:endParaRPr lang="en-US" dirty="0"/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E39D4-89C9-40A4-A8BA-9B64425F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04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22C4-E945-41B0-811A-414A94F64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A87B3-1B11-4965-BFBC-667869FD5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Step7:	sending data to </a:t>
            </a:r>
            <a:r>
              <a:rPr lang="en-US" i="1" dirty="0" err="1"/>
              <a:t>pepperi</a:t>
            </a:r>
            <a:r>
              <a:rPr lang="en-US" i="1" dirty="0"/>
              <a:t> (</a:t>
            </a:r>
            <a:r>
              <a:rPr lang="en-US" i="1" dirty="0" err="1"/>
              <a:t>upsert</a:t>
            </a:r>
            <a:r>
              <a:rPr lang="en-US" i="1" dirty="0"/>
              <a:t>)</a:t>
            </a:r>
          </a:p>
          <a:p>
            <a:pPr lvl="1"/>
            <a:r>
              <a:rPr lang="en-US" dirty="0"/>
              <a:t>Step7.1 login to your </a:t>
            </a:r>
            <a:r>
              <a:rPr lang="en-US" dirty="0" err="1"/>
              <a:t>Pepperi</a:t>
            </a:r>
            <a:r>
              <a:rPr lang="en-US" dirty="0"/>
              <a:t> account to see that it has no items</a:t>
            </a:r>
          </a:p>
          <a:p>
            <a:pPr lvl="1"/>
            <a:r>
              <a:rPr lang="en-US" dirty="0"/>
              <a:t>Step7.2 set "</a:t>
            </a:r>
            <a:r>
              <a:rPr lang="en-US" dirty="0" err="1">
                <a:solidFill>
                  <a:srgbClr val="88C802"/>
                </a:solidFill>
              </a:rPr>
              <a:t>donotsend</a:t>
            </a:r>
            <a:r>
              <a:rPr lang="en-US" dirty="0"/>
              <a:t>" to 0</a:t>
            </a:r>
          </a:p>
          <a:p>
            <a:pPr lvl="1"/>
            <a:r>
              <a:rPr lang="en-US" dirty="0"/>
              <a:t>Step7.3 Run</a:t>
            </a:r>
          </a:p>
          <a:p>
            <a:pPr lvl="1"/>
            <a:r>
              <a:rPr lang="en-US" dirty="0"/>
              <a:t>step 7.4 see the items on </a:t>
            </a:r>
            <a:r>
              <a:rPr lang="en-US" dirty="0" err="1"/>
              <a:t>Pepperi</a:t>
            </a:r>
            <a:r>
              <a:rPr lang="en-US" dirty="0"/>
              <a:t> account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B779-D267-4DBC-922D-B6217BCA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710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9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974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F166B-4110-424F-AD03-B05B76EA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DF303-B583-4527-9D52-FC4F739AC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</a:t>
            </a:r>
          </a:p>
          <a:p>
            <a:pPr lvl="1"/>
            <a:r>
              <a:rPr lang="en-US" dirty="0"/>
              <a:t>The data flow task will get data from </a:t>
            </a:r>
            <a:r>
              <a:rPr lang="en-US" dirty="0" err="1"/>
              <a:t>erp</a:t>
            </a:r>
            <a:r>
              <a:rPr lang="en-US" dirty="0"/>
              <a:t> and </a:t>
            </a:r>
            <a:r>
              <a:rPr lang="en-US" dirty="0" err="1"/>
              <a:t>upoad</a:t>
            </a:r>
            <a:r>
              <a:rPr lang="en-US" dirty="0"/>
              <a:t> it to </a:t>
            </a:r>
            <a:r>
              <a:rPr lang="en-US" dirty="0" err="1"/>
              <a:t>Pepperi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Concepts:	</a:t>
            </a:r>
          </a:p>
          <a:p>
            <a:pPr marL="541338" lvl="2" indent="0">
              <a:buNone/>
            </a:pPr>
            <a:endParaRPr lang="en-US" dirty="0"/>
          </a:p>
          <a:p>
            <a:r>
              <a:rPr lang="en-US" dirty="0"/>
              <a:t>Keywords:	</a:t>
            </a:r>
          </a:p>
          <a:p>
            <a:r>
              <a:rPr lang="en-US" dirty="0"/>
              <a:t>Behind the scenes 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C0199-728C-46AE-8106-8C61EC76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85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50EC-8FE9-4653-93AD-CFB32B2C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6815E-3D93-4AC3-ACFB-5BBA514C4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US" dirty="0"/>
          </a:p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1AC6A-1120-4946-AD5F-1E8F5297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22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CA52-A3BA-48FB-9229-3E380BE6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1875B-5055-4619-9791-CA4196189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1.3.2 Get </a:t>
            </a:r>
            <a:r>
              <a:rPr lang="en-US" i="1" dirty="0" err="1"/>
              <a:t>Acconuts</a:t>
            </a:r>
            <a:r>
              <a:rPr lang="en-US" i="1" dirty="0"/>
              <a:t> from </a:t>
            </a:r>
            <a:r>
              <a:rPr lang="en-US" i="1" dirty="0" err="1"/>
              <a:t>Erp</a:t>
            </a:r>
            <a:r>
              <a:rPr lang="en-US" i="1" dirty="0"/>
              <a:t> To </a:t>
            </a:r>
            <a:r>
              <a:rPr lang="en-US" i="1" dirty="0" err="1"/>
              <a:t>Pepperi</a:t>
            </a:r>
            <a:endParaRPr lang="en-US" i="1" dirty="0"/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 err="1"/>
              <a:t>Pepperi</a:t>
            </a:r>
            <a:r>
              <a:rPr lang="en-US" i="1" dirty="0"/>
              <a:t> Export </a:t>
            </a:r>
            <a:r>
              <a:rPr lang="en-US" i="1" dirty="0" err="1"/>
              <a:t>Acconut</a:t>
            </a:r>
            <a:endParaRPr lang="en-US" i="1" dirty="0"/>
          </a:p>
          <a:p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 err="1"/>
              <a:t>Dontosend</a:t>
            </a:r>
            <a:r>
              <a:rPr lang="en-US" i="1" dirty="0"/>
              <a:t>=1		(do not send data to </a:t>
            </a:r>
            <a:r>
              <a:rPr lang="en-US" i="1" dirty="0" err="1"/>
              <a:t>Pepperi</a:t>
            </a:r>
            <a:r>
              <a:rPr lang="en-US" i="1" dirty="0"/>
              <a:t> for now)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 !%</a:t>
            </a:r>
            <a:r>
              <a:rPr lang="en-US" dirty="0" err="1"/>
              <a:t>new_api_base_uri</a:t>
            </a:r>
            <a:r>
              <a:rPr lang="en-US" dirty="0">
                <a:solidFill>
                  <a:srgbClr val="88C802"/>
                </a:solidFill>
              </a:rPr>
              <a:t>%!accounts</a:t>
            </a:r>
          </a:p>
          <a:p>
            <a:pPr lvl="1"/>
            <a:r>
              <a:rPr lang="en-US" dirty="0"/>
              <a:t>Header		 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pPr lvl="1"/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F847D-8E00-4129-A6C3-D185C785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353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6965-E2B6-4173-8291-7A2DBF90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937DE-FA14-46AC-B897-9375A8B6C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	</a:t>
            </a:r>
          </a:p>
          <a:p>
            <a:pPr lvl="2"/>
            <a:r>
              <a:rPr lang="en-US" i="1" dirty="0"/>
              <a:t>request </a:t>
            </a:r>
            <a:r>
              <a:rPr lang="en-US" i="1" dirty="0" err="1"/>
              <a:t>url</a:t>
            </a:r>
            <a:r>
              <a:rPr lang="en-US" i="1" dirty="0"/>
              <a:t>, request header</a:t>
            </a:r>
          </a:p>
          <a:p>
            <a:pPr lvl="2"/>
            <a:r>
              <a:rPr lang="en-US" i="1" dirty="0"/>
              <a:t>Original response (</a:t>
            </a:r>
            <a:r>
              <a:rPr lang="en-US" i="1" dirty="0" err="1"/>
              <a:t>json</a:t>
            </a:r>
            <a:r>
              <a:rPr lang="en-US" i="1" dirty="0"/>
              <a:t>)</a:t>
            </a:r>
          </a:p>
          <a:p>
            <a:pPr lvl="2"/>
            <a:r>
              <a:rPr lang="en-US" i="1" dirty="0"/>
              <a:t>Final generated file (flat CSV)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ADD7C-54FE-43BE-9D29-331ED40C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483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7633-F2B8-4097-981F-D1317B93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627C4-442E-4D45-8AFA-79CCB4F58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Step 6:  Mappings</a:t>
            </a:r>
          </a:p>
          <a:p>
            <a:pPr marL="0" indent="0">
              <a:buNone/>
            </a:pPr>
            <a:r>
              <a:rPr lang="en-US" dirty="0"/>
              <a:t>	Let's say we want only the following columns:  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ExternalID</a:t>
            </a:r>
            <a:r>
              <a:rPr lang="en-US" dirty="0"/>
              <a:t>, Name, Email, Phone, Street, City, Country.</a:t>
            </a:r>
            <a:endParaRPr lang="en-US" i="1" dirty="0"/>
          </a:p>
          <a:p>
            <a:pPr lvl="1"/>
            <a:r>
              <a:rPr lang="en-US" dirty="0"/>
              <a:t>Step6.1 Set "</a:t>
            </a:r>
            <a:r>
              <a:rPr lang="en-US" dirty="0" err="1"/>
              <a:t>is_new_api</a:t>
            </a:r>
            <a:r>
              <a:rPr lang="en-US" dirty="0"/>
              <a:t>"  to  1</a:t>
            </a:r>
          </a:p>
          <a:p>
            <a:pPr lvl="1"/>
            <a:r>
              <a:rPr lang="en-US" dirty="0"/>
              <a:t>Step6.2 Run the task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source fields drop down will be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poplated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with the columns of the CSV file</a:t>
            </a:r>
          </a:p>
          <a:p>
            <a:pPr lvl="1"/>
            <a:r>
              <a:rPr lang="en-US" dirty="0"/>
              <a:t>Step6.3 Define the mappings</a:t>
            </a:r>
          </a:p>
          <a:p>
            <a:pPr lvl="2"/>
            <a:r>
              <a:rPr lang="en-US" dirty="0" err="1"/>
              <a:t>ExternalID</a:t>
            </a:r>
            <a:r>
              <a:rPr lang="en-US" dirty="0"/>
              <a:t>=&gt;</a:t>
            </a:r>
            <a:r>
              <a:rPr lang="en-US" dirty="0" err="1"/>
              <a:t>ExternalID</a:t>
            </a:r>
            <a:r>
              <a:rPr lang="en-US" dirty="0"/>
              <a:t>, Name=&gt;</a:t>
            </a:r>
            <a:r>
              <a:rPr lang="en-US" dirty="0" err="1"/>
              <a:t>Name,Email</a:t>
            </a:r>
            <a:r>
              <a:rPr lang="en-US" dirty="0"/>
              <a:t>=&gt;Email, Street=&gt;</a:t>
            </a:r>
            <a:r>
              <a:rPr lang="en-US" dirty="0" err="1"/>
              <a:t>Street,City</a:t>
            </a:r>
            <a:r>
              <a:rPr lang="en-US" dirty="0"/>
              <a:t>=&gt;</a:t>
            </a:r>
            <a:r>
              <a:rPr lang="en-US" dirty="0" err="1"/>
              <a:t>City,Conutry</a:t>
            </a:r>
            <a:r>
              <a:rPr lang="en-US" dirty="0"/>
              <a:t>=&gt;</a:t>
            </a:r>
            <a:r>
              <a:rPr lang="en-US" dirty="0" err="1"/>
              <a:t>Conutry</a:t>
            </a:r>
            <a:endParaRPr lang="en-US" dirty="0"/>
          </a:p>
          <a:p>
            <a:pPr lvl="1"/>
            <a:r>
              <a:rPr lang="en-US" dirty="0"/>
              <a:t>Step6.4 Set "remove" to 1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/>
              <a:t>Step6.5 Run the task</a:t>
            </a:r>
          </a:p>
          <a:p>
            <a:pPr lvl="2"/>
            <a:r>
              <a:rPr lang="en-US" dirty="0"/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AC4C9-5930-4F57-909E-277F5519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399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7D9F-51CA-4961-B15C-70A83404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A1A48-F153-4368-9EF2-717C5A5CE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Step7:	sending data to </a:t>
            </a:r>
            <a:r>
              <a:rPr lang="en-US" i="1" dirty="0" err="1"/>
              <a:t>pepperi</a:t>
            </a:r>
            <a:r>
              <a:rPr lang="en-US" i="1" dirty="0"/>
              <a:t> (</a:t>
            </a:r>
            <a:r>
              <a:rPr lang="en-US" i="1" dirty="0" err="1"/>
              <a:t>upsert</a:t>
            </a:r>
            <a:r>
              <a:rPr lang="en-US" i="1" dirty="0"/>
              <a:t>)</a:t>
            </a:r>
          </a:p>
          <a:p>
            <a:pPr lvl="1"/>
            <a:r>
              <a:rPr lang="en-US" dirty="0"/>
              <a:t>Step7.1 login to your </a:t>
            </a:r>
            <a:r>
              <a:rPr lang="en-US" dirty="0" err="1"/>
              <a:t>Pepperi</a:t>
            </a:r>
            <a:r>
              <a:rPr lang="en-US" dirty="0"/>
              <a:t> account to see that it has no </a:t>
            </a:r>
            <a:r>
              <a:rPr lang="en-US" dirty="0" err="1"/>
              <a:t>acconuts</a:t>
            </a:r>
            <a:endParaRPr lang="en-US" dirty="0"/>
          </a:p>
          <a:p>
            <a:pPr lvl="1"/>
            <a:r>
              <a:rPr lang="en-US" dirty="0"/>
              <a:t>Step7.2 set "</a:t>
            </a:r>
            <a:r>
              <a:rPr lang="en-US" dirty="0" err="1"/>
              <a:t>donotsend</a:t>
            </a:r>
            <a:r>
              <a:rPr lang="en-US" dirty="0"/>
              <a:t>" to 0</a:t>
            </a:r>
          </a:p>
          <a:p>
            <a:pPr lvl="1"/>
            <a:r>
              <a:rPr lang="en-US" dirty="0"/>
              <a:t>Step7.3 Run</a:t>
            </a:r>
          </a:p>
          <a:p>
            <a:pPr lvl="1"/>
            <a:r>
              <a:rPr lang="en-US" dirty="0"/>
              <a:t>step 7.4 see the </a:t>
            </a:r>
            <a:r>
              <a:rPr lang="en-US" dirty="0" err="1"/>
              <a:t>acconuts</a:t>
            </a:r>
            <a:r>
              <a:rPr lang="en-US" dirty="0"/>
              <a:t> on </a:t>
            </a:r>
            <a:r>
              <a:rPr lang="en-US" dirty="0" err="1"/>
              <a:t>Pepperi</a:t>
            </a:r>
            <a:r>
              <a:rPr lang="en-US" dirty="0"/>
              <a:t> account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8C48E-8896-4387-846F-CB20CE27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404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1.4 Paging - Get Accounts from </a:t>
            </a:r>
            <a:r>
              <a:rPr lang="en-US" b="0" dirty="0" err="1"/>
              <a:t>Erp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16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18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4815-1967-4511-A5CF-B39666CF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1.4 Paging - Get Accounts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2B8E-FE15-480D-9360-D8277E9DD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Goal:		dataflow task that will use paging to get the data from </a:t>
            </a:r>
            <a:r>
              <a:rPr lang="en-US" dirty="0" err="1"/>
              <a:t>erp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	By the end, a single csv file is created.</a:t>
            </a:r>
          </a:p>
          <a:p>
            <a:r>
              <a:rPr lang="en-US" dirty="0"/>
              <a:t>Concepts:	placeholders, paging</a:t>
            </a:r>
          </a:p>
          <a:p>
            <a:pPr lvl="1"/>
            <a:r>
              <a:rPr lang="en-US" dirty="0"/>
              <a:t>Target object  = “store fore later use”</a:t>
            </a:r>
          </a:p>
          <a:p>
            <a:pPr lvl="2"/>
            <a:r>
              <a:rPr lang="en-US" dirty="0"/>
              <a:t> Indicates that data is not uploaded to </a:t>
            </a:r>
            <a:r>
              <a:rPr lang="en-US" dirty="0" err="1"/>
              <a:t>Pepperi</a:t>
            </a:r>
            <a:r>
              <a:rPr lang="en-US" dirty="0"/>
              <a:t> but it stored in CSV file for later use</a:t>
            </a:r>
          </a:p>
          <a:p>
            <a:r>
              <a:rPr lang="en-US" dirty="0"/>
              <a:t>Keywords:	</a:t>
            </a:r>
            <a:r>
              <a:rPr lang="en-US" dirty="0">
                <a:solidFill>
                  <a:srgbClr val="88C802"/>
                </a:solidFill>
              </a:rPr>
              <a:t>store for later use, </a:t>
            </a:r>
            <a:r>
              <a:rPr lang="en-US" dirty="0" err="1">
                <a:solidFill>
                  <a:srgbClr val="88C802"/>
                </a:solidFill>
              </a:rPr>
              <a:t>page_num</a:t>
            </a:r>
            <a:r>
              <a:rPr lang="en-US" dirty="0">
                <a:solidFill>
                  <a:srgbClr val="88C802"/>
                </a:solidFill>
              </a:rPr>
              <a:t>, </a:t>
            </a:r>
            <a:r>
              <a:rPr lang="en-US" dirty="0" err="1">
                <a:solidFill>
                  <a:srgbClr val="88C802"/>
                </a:solidFill>
              </a:rPr>
              <a:t>page_size</a:t>
            </a:r>
            <a:endParaRPr lang="en-US" dirty="0">
              <a:solidFill>
                <a:srgbClr val="88C802"/>
              </a:solidFill>
            </a:endParaRPr>
          </a:p>
          <a:p>
            <a:endParaRPr lang="en-US" dirty="0"/>
          </a:p>
          <a:p>
            <a:r>
              <a:rPr lang="en-US" dirty="0"/>
              <a:t>Behind the scenes</a:t>
            </a:r>
          </a:p>
          <a:p>
            <a:pPr lvl="1"/>
            <a:r>
              <a:rPr lang="en-US" dirty="0"/>
              <a:t>The http request contains </a:t>
            </a:r>
            <a:r>
              <a:rPr lang="en-US" dirty="0" err="1"/>
              <a:t>page_num</a:t>
            </a:r>
            <a:r>
              <a:rPr lang="en-US" dirty="0"/>
              <a:t> place holder</a:t>
            </a:r>
          </a:p>
          <a:p>
            <a:pPr lvl="1"/>
            <a:r>
              <a:rPr lang="en-US" dirty="0"/>
              <a:t>The engine will send http requests to the </a:t>
            </a:r>
            <a:r>
              <a:rPr lang="en-US" dirty="0" err="1"/>
              <a:t>erp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Each time with different </a:t>
            </a:r>
            <a:r>
              <a:rPr lang="en-US" dirty="0" err="1"/>
              <a:t>page_num</a:t>
            </a:r>
            <a:r>
              <a:rPr lang="en-US" dirty="0"/>
              <a:t> value</a:t>
            </a:r>
          </a:p>
          <a:p>
            <a:pPr lvl="1"/>
            <a:r>
              <a:rPr lang="en-US" dirty="0"/>
              <a:t>When empty page is returned, the engine stops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995B-F5A1-4BDD-9B2F-D11A31EC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10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D303-FAF7-4F3C-9A55-6A035535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1.4 Paging - Get </a:t>
            </a:r>
            <a:r>
              <a:rPr lang="en-US" b="0" dirty="0" err="1"/>
              <a:t>Acconuts</a:t>
            </a:r>
            <a:r>
              <a:rPr lang="en-US" b="0" dirty="0"/>
              <a:t>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5BC45-2D21-4CD0-ABC1-9C54846D7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30625-72B6-4FF4-AA5E-C150C8F7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128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9073-AF92-4B57-89A1-E261E147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1.4 Paging - Get </a:t>
            </a:r>
            <a:r>
              <a:rPr lang="en-US" b="0" dirty="0" err="1"/>
              <a:t>Acconuts</a:t>
            </a:r>
            <a:r>
              <a:rPr lang="en-US" b="0" dirty="0"/>
              <a:t>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ECDD8-A236-4BD2-A894-E83C8D15E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1.4 Paging - Get </a:t>
            </a:r>
            <a:r>
              <a:rPr lang="en-US" i="1" dirty="0" err="1"/>
              <a:t>Acconuts</a:t>
            </a:r>
            <a:r>
              <a:rPr lang="en-US" i="1" dirty="0"/>
              <a:t> from </a:t>
            </a:r>
            <a:r>
              <a:rPr lang="en-US" i="1" dirty="0" err="1"/>
              <a:t>Erp</a:t>
            </a:r>
            <a:endParaRPr lang="en-US" i="1" dirty="0"/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rgbClr val="88C802"/>
                </a:solidFill>
              </a:rPr>
              <a:t>Store for later use</a:t>
            </a:r>
          </a:p>
          <a:p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/>
              <a:t>None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 !%</a:t>
            </a:r>
            <a:r>
              <a:rPr lang="en-US" dirty="0" err="1"/>
              <a:t>new_api_base_uri</a:t>
            </a:r>
            <a:r>
              <a:rPr lang="en-US" dirty="0"/>
              <a:t>%!</a:t>
            </a:r>
            <a:r>
              <a:rPr lang="en-US" dirty="0" err="1"/>
              <a:t>accounts?page</a:t>
            </a:r>
            <a:r>
              <a:rPr lang="en-US" dirty="0">
                <a:solidFill>
                  <a:srgbClr val="93C90E"/>
                </a:solidFill>
              </a:rPr>
              <a:t>={#</a:t>
            </a:r>
            <a:r>
              <a:rPr lang="en-US" dirty="0" err="1">
                <a:solidFill>
                  <a:srgbClr val="93C90E"/>
                </a:solidFill>
              </a:rPr>
              <a:t>page_num</a:t>
            </a:r>
            <a:r>
              <a:rPr lang="en-US" dirty="0">
                <a:solidFill>
                  <a:srgbClr val="93C90E"/>
                </a:solidFill>
              </a:rPr>
              <a:t>#}</a:t>
            </a:r>
            <a:r>
              <a:rPr lang="en-US" dirty="0"/>
              <a:t>&amp;</a:t>
            </a:r>
            <a:r>
              <a:rPr lang="en-US" dirty="0" err="1">
                <a:solidFill>
                  <a:srgbClr val="93C90E"/>
                </a:solidFill>
              </a:rPr>
              <a:t>page_size</a:t>
            </a:r>
            <a:r>
              <a:rPr lang="en-US" dirty="0"/>
              <a:t>=10</a:t>
            </a:r>
          </a:p>
          <a:p>
            <a:pPr lvl="1"/>
            <a:r>
              <a:rPr lang="en-US" dirty="0"/>
              <a:t>Header		 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5F293-9F86-4AB4-B10D-9B9DDCB1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749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D0D8-C3A6-46DF-9BE9-63B1B4FB3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1.4 Paging - Get </a:t>
            </a:r>
            <a:r>
              <a:rPr lang="en-US" b="0" dirty="0" err="1"/>
              <a:t>Acconuts</a:t>
            </a:r>
            <a:r>
              <a:rPr lang="en-US" b="0" dirty="0"/>
              <a:t>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3BB05-2739-4DF4-BF17-12CAC2F2A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	</a:t>
            </a:r>
          </a:p>
          <a:p>
            <a:pPr lvl="2"/>
            <a:r>
              <a:rPr lang="en-US" i="1" dirty="0"/>
              <a:t>Notice that several http requests </a:t>
            </a:r>
            <a:r>
              <a:rPr lang="en-US" i="1" dirty="0" err="1"/>
              <a:t>wre</a:t>
            </a:r>
            <a:r>
              <a:rPr lang="en-US" i="1" dirty="0"/>
              <a:t> triggered with different </a:t>
            </a:r>
            <a:r>
              <a:rPr lang="en-US" i="1" dirty="0" err="1"/>
              <a:t>page_num</a:t>
            </a:r>
            <a:endParaRPr lang="en-US" i="1" dirty="0"/>
          </a:p>
          <a:p>
            <a:pPr lvl="3"/>
            <a:r>
              <a:rPr lang="en-US" dirty="0">
                <a:solidFill>
                  <a:schemeClr val="tx1"/>
                </a:solidFill>
                <a:hlinkClick r:id="rId2"/>
              </a:rPr>
              <a:t>https://api.pepperi.com/v1.0/accounts?</a:t>
            </a:r>
            <a:r>
              <a:rPr lang="en-US" dirty="0">
                <a:solidFill>
                  <a:srgbClr val="88C802"/>
                </a:solidFill>
                <a:hlinkClick r:id="rId2"/>
              </a:rPr>
              <a:t>page=1</a:t>
            </a:r>
            <a:r>
              <a:rPr lang="en-US" dirty="0">
                <a:solidFill>
                  <a:schemeClr val="tx1"/>
                </a:solidFill>
                <a:hlinkClick r:id="rId2"/>
              </a:rPr>
              <a:t>&amp;page_size=10</a:t>
            </a:r>
            <a:endParaRPr lang="en-US" dirty="0">
              <a:solidFill>
                <a:schemeClr val="tx1"/>
              </a:solidFill>
            </a:endParaRPr>
          </a:p>
          <a:p>
            <a:pPr lvl="3"/>
            <a:r>
              <a:rPr lang="en-US" dirty="0">
                <a:solidFill>
                  <a:schemeClr val="tx1"/>
                </a:solidFill>
              </a:rPr>
              <a:t>https://api.pepperi.com/v1.0/accounts?page=2&amp;page_size=10</a:t>
            </a:r>
          </a:p>
          <a:p>
            <a:pPr lvl="2"/>
            <a:endParaRPr lang="en-US" i="1" dirty="0"/>
          </a:p>
          <a:p>
            <a:pPr lvl="2"/>
            <a:r>
              <a:rPr lang="en-US" i="1" dirty="0"/>
              <a:t>Notice that every page contained 10 entities (Except the last page)</a:t>
            </a:r>
          </a:p>
          <a:p>
            <a:pPr lvl="2"/>
            <a:r>
              <a:rPr lang="en-US" i="1" dirty="0"/>
              <a:t>Notice that the last request returned empty file</a:t>
            </a:r>
          </a:p>
          <a:p>
            <a:pPr lvl="2"/>
            <a:r>
              <a:rPr lang="en-US" i="1" dirty="0"/>
              <a:t>Notice that the final CSV contains the union of all the results</a:t>
            </a:r>
          </a:p>
          <a:p>
            <a:pPr marL="0" indent="0">
              <a:buNone/>
            </a:pPr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FCB7B-5782-4E5E-9A8A-E580B922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785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B1F3-EEB6-45ED-86B1-506F38E0D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1.4 Paging - Get </a:t>
            </a:r>
            <a:r>
              <a:rPr lang="en-US" b="0" dirty="0" err="1"/>
              <a:t>Acconuts</a:t>
            </a:r>
            <a:r>
              <a:rPr lang="en-US" b="0" dirty="0"/>
              <a:t>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4137-96BB-4D62-9C73-61FF9984C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Step 6:  Mappings (Optional)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Let's say we want only the following columns:  	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Name, Email, Phone, Street, City, Country.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Step6.1 Set "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is_new_api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"  to  1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Step6.2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source fields drop down will be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poplated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with the columns of the CSV file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Step6.3 Define the mappings</a:t>
            </a:r>
          </a:p>
          <a:p>
            <a:pPr lvl="2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Name=&gt;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Name,Email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=&gt;Email, Street=&gt;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Street,City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City,Conutry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Conutry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Step6.4 Set "remove" to 1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Step6.5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71B93-2F60-4286-B722-54B50CB5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106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1.5 </a:t>
            </a:r>
            <a:r>
              <a:rPr lang="en-US" b="0" dirty="0" err="1"/>
              <a:t>LoopOverTable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22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808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3CCE-F8DB-4636-8DED-8B172F3B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dirty="0"/>
            </a:br>
            <a:r>
              <a:rPr lang="en-US" b="0" dirty="0"/>
              <a:t>1.5.1 </a:t>
            </a:r>
            <a:r>
              <a:rPr lang="en-US" b="0" dirty="0" err="1"/>
              <a:t>LoopOverTable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0050A-960A-4196-A6A6-2CD9A8FD6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Goal:	Lets say that 	</a:t>
            </a:r>
          </a:p>
          <a:p>
            <a:pPr lvl="1"/>
            <a:r>
              <a:rPr lang="en-US" dirty="0"/>
              <a:t>we want to get CSV file with all the lines of all the transactions (and some details about the transaction)</a:t>
            </a:r>
          </a:p>
          <a:p>
            <a:r>
              <a:rPr lang="en-US" dirty="0"/>
              <a:t> we will define</a:t>
            </a:r>
          </a:p>
          <a:p>
            <a:pPr lvl="1"/>
            <a:r>
              <a:rPr lang="en-US" dirty="0"/>
              <a:t>Task1: to get all the transactions from the </a:t>
            </a:r>
            <a:r>
              <a:rPr lang="en-US" dirty="0" err="1"/>
              <a:t>erp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Task2: to get the transaction lines of a specific transaction</a:t>
            </a:r>
          </a:p>
          <a:p>
            <a:pPr lvl="1"/>
            <a:r>
              <a:rPr lang="en-US" dirty="0"/>
              <a:t>Task2 </a:t>
            </a:r>
            <a:r>
              <a:rPr lang="en-US" dirty="0" err="1"/>
              <a:t>url</a:t>
            </a:r>
            <a:r>
              <a:rPr lang="en-US" dirty="0"/>
              <a:t> will contain a place holder for the transaction id</a:t>
            </a:r>
          </a:p>
          <a:p>
            <a:pPr lvl="1"/>
            <a:r>
              <a:rPr lang="en-US" dirty="0"/>
              <a:t>Task2 will loop over table task1 CSV</a:t>
            </a:r>
          </a:p>
          <a:p>
            <a:pPr lvl="1"/>
            <a:endParaRPr lang="en-US" dirty="0"/>
          </a:p>
          <a:p>
            <a:r>
              <a:rPr lang="en-US" dirty="0"/>
              <a:t>Concepts:	</a:t>
            </a:r>
          </a:p>
          <a:p>
            <a:r>
              <a:rPr lang="en-US" dirty="0"/>
              <a:t>Keywords:	</a:t>
            </a:r>
          </a:p>
          <a:p>
            <a:pPr lvl="1"/>
            <a:r>
              <a:rPr lang="en-US" dirty="0" err="1">
                <a:solidFill>
                  <a:srgbClr val="89C903"/>
                </a:solidFill>
              </a:rPr>
              <a:t>Loop_over_table</a:t>
            </a:r>
            <a:endParaRPr lang="en-US" dirty="0">
              <a:solidFill>
                <a:srgbClr val="89C903"/>
              </a:solidFill>
            </a:endParaRPr>
          </a:p>
          <a:p>
            <a:r>
              <a:rPr lang="en-US" dirty="0"/>
              <a:t>Behind the scenes</a:t>
            </a:r>
          </a:p>
          <a:p>
            <a:pPr lvl="1"/>
            <a:r>
              <a:rPr lang="en-US" dirty="0"/>
              <a:t>Loop over table iterates over the rows of  (</a:t>
            </a:r>
            <a:r>
              <a:rPr lang="en-US" dirty="0" err="1"/>
              <a:t>tansactions</a:t>
            </a:r>
            <a:r>
              <a:rPr lang="en-US" dirty="0"/>
              <a:t>) CSV file</a:t>
            </a:r>
          </a:p>
          <a:p>
            <a:pPr lvl="1"/>
            <a:r>
              <a:rPr lang="en-US" dirty="0"/>
              <a:t>For each row it will file http request </a:t>
            </a:r>
          </a:p>
          <a:p>
            <a:pPr lvl="2"/>
            <a:r>
              <a:rPr lang="en-US" dirty="0"/>
              <a:t>Replacing request </a:t>
            </a:r>
            <a:r>
              <a:rPr lang="en-US" dirty="0" err="1"/>
              <a:t>ploace</a:t>
            </a:r>
            <a:r>
              <a:rPr lang="en-US" dirty="0"/>
              <a:t> </a:t>
            </a:r>
            <a:r>
              <a:rPr lang="en-US" dirty="0" err="1"/>
              <a:t>holdes</a:t>
            </a:r>
            <a:r>
              <a:rPr lang="en-US" dirty="0"/>
              <a:t> with values of the </a:t>
            </a:r>
            <a:r>
              <a:rPr lang="en-US" dirty="0" err="1"/>
              <a:t>currnet</a:t>
            </a:r>
            <a:r>
              <a:rPr lang="en-US" dirty="0"/>
              <a:t> row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D07C6-D394-4B63-B846-9E0A03DB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571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1.5.1 Loop over table first task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24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561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772F-7B5C-44B5-8F6C-C1EA1C455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Transactions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E89B-C2BD-4BA9-9602-1C42CD91D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</a:t>
            </a:r>
            <a:r>
              <a:rPr lang="en-US" dirty="0"/>
              <a:t>1.5.1 </a:t>
            </a:r>
            <a:r>
              <a:rPr lang="en-US" dirty="0" err="1"/>
              <a:t>LoopOverTable</a:t>
            </a:r>
            <a:r>
              <a:rPr lang="en-US" dirty="0"/>
              <a:t>-Get Transactions from </a:t>
            </a:r>
            <a:r>
              <a:rPr lang="en-US" dirty="0" err="1"/>
              <a:t>Erp</a:t>
            </a:r>
            <a:endParaRPr lang="en-US" i="1" dirty="0"/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chemeClr val="tx1"/>
                </a:solidFill>
              </a:rPr>
              <a:t>Store for later use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/>
              <a:t>None</a:t>
            </a:r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 !%</a:t>
            </a:r>
            <a:r>
              <a:rPr lang="en-US" dirty="0" err="1"/>
              <a:t>new_api_base_uri</a:t>
            </a:r>
            <a:r>
              <a:rPr lang="en-US" dirty="0">
                <a:solidFill>
                  <a:srgbClr val="93C90E"/>
                </a:solidFill>
              </a:rPr>
              <a:t>%!transactions</a:t>
            </a:r>
          </a:p>
          <a:p>
            <a:pPr lvl="1"/>
            <a:r>
              <a:rPr lang="en-US" dirty="0"/>
              <a:t>Header		 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pPr marL="271462" lvl="1" indent="0">
              <a:buNone/>
            </a:pPr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A1864-273E-4D31-8474-61B64D73B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495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8CC1E-0ABE-47BE-ACB8-B4B7F40C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Transactions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98A18-647E-410F-994B-139E1F9E8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	</a:t>
            </a:r>
          </a:p>
          <a:p>
            <a:pPr lvl="2"/>
            <a:r>
              <a:rPr lang="en-US" i="1" dirty="0"/>
              <a:t>Final generated file (flat CSV)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10B26-42D3-41A0-B78E-5DEE27B0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198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2893-E857-4F45-921B-B7A3D9AE1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Transactions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7BF7E-E456-4488-85A2-94DF21F5C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Step 6:  Mappings (Optional)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900" dirty="0">
                <a:solidFill>
                  <a:schemeClr val="tx1"/>
                </a:solidFill>
              </a:rPr>
              <a:t>Let's say we want only the following columns: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sz="2100" dirty="0" err="1"/>
              <a:t>InternalID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100" dirty="0" err="1"/>
              <a:t>ActionDateTime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100" dirty="0" err="1"/>
              <a:t>BillToName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100" dirty="0" err="1"/>
              <a:t>GrandTotal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100" dirty="0" err="1"/>
              <a:t>StatusName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100" dirty="0" err="1"/>
              <a:t>Account_Data_InternalID</a:t>
            </a:r>
            <a:endParaRPr lang="en-US" sz="2100" dirty="0"/>
          </a:p>
          <a:p>
            <a:pPr marL="0" indent="0">
              <a:buNone/>
            </a:pP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Step6.1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source fields drop down will be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poplated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with the columns of the CSV file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Step6.2 Define the mappings</a:t>
            </a:r>
          </a:p>
          <a:p>
            <a:pPr lvl="2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Note:  the target object is "store for later use".</a:t>
            </a:r>
          </a:p>
          <a:p>
            <a:pPr lvl="2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Thus, we are using the "Column Name" as the target of the mappings.</a:t>
            </a:r>
            <a:endParaRPr lang="en-US" sz="2200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Step6.3 Set "remove" to 1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Step6.4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5904E-02CE-4803-AA51-24B60B82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119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1.5.1 Loop over table second task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28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959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0C9D-8CD4-4324-969B-0B7769C3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 lines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89ADD-BD91-4BB1-91AB-6C739D634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</a:t>
            </a:r>
            <a:r>
              <a:rPr lang="en-US" dirty="0"/>
              <a:t>1.5.1 </a:t>
            </a:r>
            <a:r>
              <a:rPr lang="en-US" dirty="0" err="1"/>
              <a:t>LoopOverTable</a:t>
            </a:r>
            <a:r>
              <a:rPr lang="en-US" dirty="0"/>
              <a:t>-Get Transaction lines</a:t>
            </a:r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chemeClr val="tx1"/>
                </a:solidFill>
              </a:rPr>
              <a:t>Store for later use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 err="1">
                <a:solidFill>
                  <a:srgbClr val="78AA00"/>
                </a:solidFill>
              </a:rPr>
              <a:t>loop_over_table</a:t>
            </a:r>
            <a:r>
              <a:rPr lang="en-US" i="1" dirty="0"/>
              <a:t>	1</a:t>
            </a:r>
            <a:r>
              <a:rPr lang="en-US" dirty="0"/>
              <a:t>.5.1 </a:t>
            </a:r>
            <a:r>
              <a:rPr lang="en-US" dirty="0" err="1"/>
              <a:t>LoopOverTable</a:t>
            </a:r>
            <a:r>
              <a:rPr lang="en-US" dirty="0"/>
              <a:t>-Get Transactions from </a:t>
            </a:r>
            <a:r>
              <a:rPr lang="en-US" dirty="0" err="1"/>
              <a:t>Erp</a:t>
            </a: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 !%</a:t>
            </a:r>
            <a:r>
              <a:rPr lang="en-US" dirty="0" err="1"/>
              <a:t>new_api_base_uri</a:t>
            </a:r>
            <a:r>
              <a:rPr lang="en-US" dirty="0">
                <a:solidFill>
                  <a:srgbClr val="93C90E"/>
                </a:solidFill>
              </a:rPr>
              <a:t>%!transactions</a:t>
            </a:r>
          </a:p>
          <a:p>
            <a:pPr lvl="1"/>
            <a:r>
              <a:rPr lang="en-US" dirty="0"/>
              <a:t>Header		 !%</a:t>
            </a:r>
            <a:r>
              <a:rPr lang="en-US" dirty="0" err="1"/>
              <a:t>new_api_base_uri</a:t>
            </a:r>
            <a:r>
              <a:rPr lang="en-US" dirty="0"/>
              <a:t>%!</a:t>
            </a:r>
            <a:r>
              <a:rPr lang="en-US" dirty="0" err="1"/>
              <a:t>transaction_lines?</a:t>
            </a:r>
            <a:r>
              <a:rPr lang="en-US" dirty="0" err="1">
                <a:solidFill>
                  <a:srgbClr val="00B0F0"/>
                </a:solidFill>
              </a:rPr>
              <a:t>where</a:t>
            </a:r>
            <a:r>
              <a:rPr lang="en-US" dirty="0">
                <a:solidFill>
                  <a:srgbClr val="00B0F0"/>
                </a:solidFill>
              </a:rPr>
              <a:t>=</a:t>
            </a:r>
            <a:r>
              <a:rPr lang="en-US" dirty="0" err="1">
                <a:solidFill>
                  <a:srgbClr val="00B0F0"/>
                </a:solidFill>
              </a:rPr>
              <a:t>Transaction.InternalID</a:t>
            </a:r>
            <a:r>
              <a:rPr lang="en-US" dirty="0">
                <a:solidFill>
                  <a:srgbClr val="78AA00"/>
                </a:solidFill>
              </a:rPr>
              <a:t>=$#</a:t>
            </a:r>
            <a:r>
              <a:rPr lang="en-US" dirty="0" err="1">
                <a:solidFill>
                  <a:srgbClr val="78AA00"/>
                </a:solidFill>
              </a:rPr>
              <a:t>InternalID</a:t>
            </a:r>
            <a:r>
              <a:rPr lang="en-US" dirty="0">
                <a:solidFill>
                  <a:srgbClr val="78AA00"/>
                </a:solidFill>
              </a:rPr>
              <a:t>#$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r>
              <a:rPr lang="en-US" dirty="0"/>
              <a:t>Note: the value of </a:t>
            </a:r>
            <a:r>
              <a:rPr lang="en-US" dirty="0" err="1"/>
              <a:t>InternalID</a:t>
            </a:r>
            <a:r>
              <a:rPr lang="en-US" dirty="0"/>
              <a:t> place holder will be taken from the </a:t>
            </a:r>
            <a:r>
              <a:rPr lang="en-US" dirty="0" err="1"/>
              <a:t>loop_over_table</a:t>
            </a:r>
            <a:r>
              <a:rPr lang="en-US" dirty="0"/>
              <a:t> csv</a:t>
            </a:r>
          </a:p>
          <a:p>
            <a:pPr lvl="1"/>
            <a:r>
              <a:rPr lang="en-US" dirty="0"/>
              <a:t>So in our case, it is the </a:t>
            </a:r>
            <a:r>
              <a:rPr lang="en-US" dirty="0" err="1"/>
              <a:t>InternalID</a:t>
            </a:r>
            <a:r>
              <a:rPr lang="en-US" dirty="0"/>
              <a:t> of transaction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27ACB-260E-437F-AC26-0AE2683C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106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CF3C-B552-470D-BE8B-65F7C75A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 lines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9341B-A755-4E70-8AD6-F6150BD47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	</a:t>
            </a:r>
          </a:p>
          <a:p>
            <a:pPr lvl="2"/>
            <a:r>
              <a:rPr lang="en-US" sz="2200" dirty="0"/>
              <a:t>You can see in the logs that it created http request per transaction </a:t>
            </a:r>
          </a:p>
          <a:p>
            <a:pPr lvl="2"/>
            <a:r>
              <a:rPr lang="en-US" sz="2200" dirty="0"/>
              <a:t>You can see in the output file that we get the lines of all the transactions</a:t>
            </a:r>
          </a:p>
          <a:p>
            <a:pPr lvl="2"/>
            <a:r>
              <a:rPr lang="en-US" sz="2200" dirty="0"/>
              <a:t>You can see that each row in the output file contains the "transaction" fields and the "transaction line" fields</a:t>
            </a:r>
          </a:p>
          <a:p>
            <a:pPr lvl="2"/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0DF8-9505-46C3-8B9D-39EDF8D1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76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8906-ACA1-42EF-BAD8-EA974A4C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 lines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CFF5B-8438-4C4D-983C-C18936FF6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/>
              <a:t>Step 6:  Mappings (Optional)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900" dirty="0">
                <a:solidFill>
                  <a:schemeClr val="tx1"/>
                </a:solidFill>
              </a:rPr>
              <a:t>Let's say we want only the following columns: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dirty="0"/>
              <a:t>From lines:		</a:t>
            </a:r>
            <a:r>
              <a:rPr lang="en-US" dirty="0" err="1"/>
              <a:t>Item_Data_ExternalID</a:t>
            </a:r>
            <a:r>
              <a:rPr lang="en-US" dirty="0"/>
              <a:t>, </a:t>
            </a:r>
            <a:r>
              <a:rPr lang="en-US" dirty="0" err="1"/>
              <a:t>UnitsQuantity</a:t>
            </a:r>
            <a:r>
              <a:rPr lang="en-US" dirty="0"/>
              <a:t>, </a:t>
            </a:r>
            <a:r>
              <a:rPr lang="en-US" dirty="0" err="1"/>
              <a:t>UnitPrice</a:t>
            </a:r>
            <a:r>
              <a:rPr lang="en-US" dirty="0"/>
              <a:t>, </a:t>
            </a:r>
            <a:r>
              <a:rPr lang="en-US" dirty="0" err="1"/>
              <a:t>UnitPriceAfterDiscount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From transaction:		</a:t>
            </a:r>
            <a:r>
              <a:rPr lang="en-US" dirty="0" err="1"/>
              <a:t>BillToName</a:t>
            </a:r>
            <a:r>
              <a:rPr lang="en-US" dirty="0"/>
              <a:t>, </a:t>
            </a:r>
            <a:r>
              <a:rPr lang="en-US" dirty="0" err="1"/>
              <a:t>Account_Data_InternalID</a:t>
            </a:r>
            <a:r>
              <a:rPr lang="en-US" dirty="0"/>
              <a:t> ,</a:t>
            </a:r>
            <a:r>
              <a:rPr lang="en-US" dirty="0" err="1"/>
              <a:t>GrandTotal</a:t>
            </a:r>
            <a:r>
              <a:rPr lang="en-US" dirty="0"/>
              <a:t>, </a:t>
            </a:r>
            <a:r>
              <a:rPr lang="en-US" dirty="0" err="1"/>
              <a:t>Transaction_Data_InternalID</a:t>
            </a:r>
            <a:endParaRPr lang="en-US" dirty="0"/>
          </a:p>
          <a:p>
            <a:pPr marL="0" indent="0">
              <a:buNone/>
            </a:pP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Step6.1 Run the task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Step6.2 Define the mappings</a:t>
            </a:r>
          </a:p>
          <a:p>
            <a:pPr lvl="2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Note:  the target object is "store for later use".</a:t>
            </a:r>
          </a:p>
          <a:p>
            <a:pPr lvl="2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Thus, we are using the "Column Name" as the target of the mappings.</a:t>
            </a:r>
          </a:p>
          <a:p>
            <a:pPr lvl="2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Note: we are using expression for the source of the </a:t>
            </a:r>
            <a:r>
              <a:rPr lang="en-US" sz="2200" dirty="0" err="1">
                <a:solidFill>
                  <a:schemeClr val="bg1">
                    <a:lumMod val="75000"/>
                  </a:schemeClr>
                </a:solidFill>
              </a:rPr>
              <a:t>mappnigs</a:t>
            </a:r>
            <a:endParaRPr lang="en-US" sz="2200" dirty="0">
              <a:solidFill>
                <a:schemeClr val="bg1">
                  <a:lumMod val="75000"/>
                </a:schemeClr>
              </a:solidFill>
            </a:endParaRPr>
          </a:p>
          <a:p>
            <a:pPr marL="541338" lvl="2" indent="0">
              <a:buNone/>
            </a:pPr>
            <a:endParaRPr lang="en-US" sz="2200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Step6.3 Set "remove" to 1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Step6.4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8A1AB-30B1-4980-9B70-1E372DF4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183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1.6.1 Filter Data with Dynamic filter -Accounts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32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562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2B84-4A80-4CA2-A083-E509F97F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1.6.1 Filter Data with Dynamic filter -Accounts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2690-FE86-436A-A7E0-1E69A6051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Goal:	Lets say that 	</a:t>
            </a:r>
          </a:p>
          <a:p>
            <a:pPr lvl="1"/>
            <a:r>
              <a:rPr lang="en-US" dirty="0"/>
              <a:t>we want to get CSV file with all accounts that were modified since 10:24:50 , two days ago</a:t>
            </a:r>
          </a:p>
          <a:p>
            <a:pPr lvl="1"/>
            <a:endParaRPr lang="en-US" dirty="0"/>
          </a:p>
          <a:p>
            <a:r>
              <a:rPr lang="en-US" dirty="0"/>
              <a:t> we will define</a:t>
            </a:r>
          </a:p>
          <a:p>
            <a:pPr lvl="1"/>
            <a:r>
              <a:rPr lang="en-US" dirty="0"/>
              <a:t>Data flow task that filters the </a:t>
            </a:r>
            <a:r>
              <a:rPr lang="en-US" dirty="0" err="1"/>
              <a:t>acconuts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?where=</a:t>
            </a:r>
            <a:r>
              <a:rPr lang="en-US" dirty="0" err="1">
                <a:solidFill>
                  <a:srgbClr val="0092BC"/>
                </a:solidFill>
              </a:rPr>
              <a:t>ModificationDateTime</a:t>
            </a:r>
            <a:r>
              <a:rPr lang="en-US" dirty="0">
                <a:solidFill>
                  <a:srgbClr val="0092BC"/>
                </a:solidFill>
              </a:rPr>
              <a:t> &gt;= </a:t>
            </a:r>
            <a:r>
              <a:rPr lang="en-US" dirty="0">
                <a:solidFill>
                  <a:srgbClr val="88C802"/>
                </a:solidFill>
              </a:rPr>
              <a:t>'{#</a:t>
            </a:r>
            <a:r>
              <a:rPr lang="en-US" dirty="0" err="1">
                <a:solidFill>
                  <a:srgbClr val="88C802"/>
                </a:solidFill>
              </a:rPr>
              <a:t>getdate</a:t>
            </a:r>
            <a:r>
              <a:rPr lang="en-US" dirty="0"/>
              <a:t>(-2,"yyyy-MM-ddT10:24:50Z",day)#}'</a:t>
            </a:r>
          </a:p>
          <a:p>
            <a:pPr marL="271462" lvl="1" indent="0">
              <a:buNone/>
            </a:pPr>
            <a:endParaRPr lang="en-US" dirty="0"/>
          </a:p>
          <a:p>
            <a:r>
              <a:rPr lang="en-US" dirty="0"/>
              <a:t>Concepts:	</a:t>
            </a:r>
          </a:p>
          <a:p>
            <a:r>
              <a:rPr lang="en-US" dirty="0"/>
              <a:t>Keywords:	</a:t>
            </a:r>
          </a:p>
          <a:p>
            <a:pPr lvl="1"/>
            <a:r>
              <a:rPr lang="en-US" dirty="0" err="1">
                <a:solidFill>
                  <a:srgbClr val="89C903"/>
                </a:solidFill>
              </a:rPr>
              <a:t>getdate</a:t>
            </a:r>
            <a:endParaRPr lang="en-US" dirty="0">
              <a:solidFill>
                <a:srgbClr val="89C903"/>
              </a:solidFill>
            </a:endParaRPr>
          </a:p>
          <a:p>
            <a:r>
              <a:rPr lang="en-US" dirty="0"/>
              <a:t>Behind the scenes</a:t>
            </a:r>
          </a:p>
          <a:p>
            <a:pPr lvl="1"/>
            <a:r>
              <a:rPr lang="en-US" dirty="0"/>
              <a:t>The parser replaces the </a:t>
            </a:r>
            <a:r>
              <a:rPr lang="en-US" dirty="0" err="1"/>
              <a:t>getdate</a:t>
            </a:r>
            <a:r>
              <a:rPr lang="en-US" dirty="0"/>
              <a:t> placeholder with the calculated value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250C0-CF50-4D50-A2C5-8A15D909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711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70ADC-0481-4CAE-8509-85F27BB3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1.6.1 Filter Data with Dynamic filter -Accounts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191E5-AD4B-433E-B89D-F01280A4E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</a:t>
            </a:r>
            <a:r>
              <a:rPr lang="en-US" dirty="0"/>
              <a:t>1.5.1 </a:t>
            </a:r>
            <a:r>
              <a:rPr lang="en-US" dirty="0" err="1"/>
              <a:t>LoopOverTable</a:t>
            </a:r>
            <a:r>
              <a:rPr lang="en-US" dirty="0"/>
              <a:t>-Get Transaction lines</a:t>
            </a:r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chemeClr val="tx1"/>
                </a:solidFill>
              </a:rPr>
              <a:t>Store for later use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>
                <a:solidFill>
                  <a:srgbClr val="78AA00"/>
                </a:solidFill>
              </a:rPr>
              <a:t>none</a:t>
            </a: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!%</a:t>
            </a:r>
            <a:r>
              <a:rPr lang="en-US" dirty="0" err="1"/>
              <a:t>new_api_base_uri</a:t>
            </a:r>
            <a:r>
              <a:rPr lang="en-US" dirty="0"/>
              <a:t>%!</a:t>
            </a:r>
            <a:r>
              <a:rPr lang="en-US" dirty="0" err="1"/>
              <a:t>accounts?where</a:t>
            </a:r>
            <a:r>
              <a:rPr lang="en-US" dirty="0"/>
              <a:t>=</a:t>
            </a:r>
            <a:r>
              <a:rPr lang="en-US" dirty="0" err="1">
                <a:solidFill>
                  <a:srgbClr val="00B0F0"/>
                </a:solidFill>
              </a:rPr>
              <a:t>ModificationDateTime</a:t>
            </a:r>
            <a:r>
              <a:rPr lang="en-US" dirty="0">
                <a:solidFill>
                  <a:srgbClr val="00B0F0"/>
                </a:solidFill>
              </a:rPr>
              <a:t> &gt;= </a:t>
            </a:r>
            <a:r>
              <a:rPr lang="en-US" dirty="0"/>
              <a:t>'{#</a:t>
            </a:r>
            <a:r>
              <a:rPr lang="en-US" dirty="0" err="1">
                <a:solidFill>
                  <a:srgbClr val="88C802"/>
                </a:solidFill>
              </a:rPr>
              <a:t>getdate</a:t>
            </a:r>
            <a:r>
              <a:rPr lang="en-US" dirty="0"/>
              <a:t>(-2,"yyyy-MM-ddT10:24:50Z",day)#}’</a:t>
            </a:r>
          </a:p>
          <a:p>
            <a:pPr lvl="1"/>
            <a:endParaRPr lang="en-US" dirty="0">
              <a:solidFill>
                <a:srgbClr val="93C90E"/>
              </a:solidFill>
            </a:endParaRPr>
          </a:p>
          <a:p>
            <a:pPr lvl="1"/>
            <a:r>
              <a:rPr lang="en-US" dirty="0"/>
              <a:t>Header		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CC842-4DB2-4FB5-BAA2-1345FAD4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067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6C3E-1609-41F8-9857-5D55E3A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1.6.1 Filter Data with Dynamic filter -Accounts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3BF1D-AFDA-4992-8C55-54979F7E2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</a:t>
            </a:r>
          </a:p>
          <a:p>
            <a:pPr lvl="2"/>
            <a:r>
              <a:rPr lang="en-US" sz="2200" i="1" dirty="0"/>
              <a:t> see </a:t>
            </a:r>
            <a:r>
              <a:rPr lang="en-US" sz="2200" dirty="0"/>
              <a:t>the request </a:t>
            </a:r>
            <a:r>
              <a:rPr lang="en-US" sz="2200" dirty="0" err="1"/>
              <a:t>url</a:t>
            </a:r>
            <a:r>
              <a:rPr lang="en-US" sz="2200" dirty="0"/>
              <a:t> contains the parsed condition</a:t>
            </a:r>
          </a:p>
          <a:p>
            <a:pPr lvl="3"/>
            <a:r>
              <a:rPr lang="pl-PL" dirty="0"/>
              <a:t>URL: https://api.pepperi.com/v1.0/accounts?where=</a:t>
            </a:r>
            <a:r>
              <a:rPr lang="pl-PL" dirty="0">
                <a:solidFill>
                  <a:srgbClr val="00B0F0"/>
                </a:solidFill>
              </a:rPr>
              <a:t>ModificationDateTime &gt;= '2018-02-13T10:24:50Z</a:t>
            </a:r>
            <a:r>
              <a:rPr lang="pl-PL" dirty="0"/>
              <a:t>' </a:t>
            </a:r>
            <a:endParaRPr lang="en-US" sz="2000" dirty="0"/>
          </a:p>
          <a:p>
            <a:pPr lvl="2"/>
            <a:r>
              <a:rPr lang="en-US" sz="2200" dirty="0"/>
              <a:t>see that the returned data is indeed filtered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0A600-B7C6-488E-B3C4-A486DDA1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631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1.6.3 Join Data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36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9866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CEE03-C429-4663-B2F0-F2578DF0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1.6.3 Join Data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45BB5-B349-453F-AC59-88F7AB772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Goal:	Lets say that 	</a:t>
            </a:r>
          </a:p>
          <a:p>
            <a:pPr lvl="1"/>
            <a:r>
              <a:rPr lang="en-US" dirty="0"/>
              <a:t>we want to get CSV file with all the transactions</a:t>
            </a:r>
          </a:p>
          <a:p>
            <a:pPr lvl="1"/>
            <a:r>
              <a:rPr lang="en-US" dirty="0"/>
              <a:t>For each transaction we want to display the name of the account and the email of the account</a:t>
            </a:r>
          </a:p>
          <a:p>
            <a:pPr marL="271462" lvl="1" indent="0">
              <a:buNone/>
            </a:pPr>
            <a:endParaRPr lang="en-US" dirty="0"/>
          </a:p>
          <a:p>
            <a:r>
              <a:rPr lang="en-US" dirty="0"/>
              <a:t> we will define</a:t>
            </a:r>
          </a:p>
          <a:p>
            <a:pPr lvl="1"/>
            <a:r>
              <a:rPr lang="en-US" dirty="0"/>
              <a:t>Task1: to get all the accounts from the </a:t>
            </a:r>
            <a:r>
              <a:rPr lang="en-US" dirty="0" err="1"/>
              <a:t>erp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Task2: to get all the transactions from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erp</a:t>
            </a:r>
            <a:endParaRPr lang="en-US" dirty="0"/>
          </a:p>
          <a:p>
            <a:pPr lvl="1"/>
            <a:r>
              <a:rPr lang="en-US" dirty="0"/>
              <a:t>Task2 will join its  CSV file with Task1 CSV </a:t>
            </a:r>
          </a:p>
          <a:p>
            <a:pPr lvl="2"/>
            <a:r>
              <a:rPr lang="en-US" dirty="0"/>
              <a:t>Define the where</a:t>
            </a:r>
          </a:p>
          <a:p>
            <a:pPr lvl="2"/>
            <a:r>
              <a:rPr lang="en-US" dirty="0"/>
              <a:t>Define the columns to select from task1 </a:t>
            </a:r>
          </a:p>
          <a:p>
            <a:pPr lvl="1"/>
            <a:endParaRPr lang="en-US" dirty="0"/>
          </a:p>
          <a:p>
            <a:r>
              <a:rPr lang="en-US" dirty="0"/>
              <a:t>Concepts:	</a:t>
            </a:r>
          </a:p>
          <a:p>
            <a:r>
              <a:rPr lang="en-US" dirty="0"/>
              <a:t>Keywords:	</a:t>
            </a:r>
          </a:p>
          <a:p>
            <a:pPr lvl="1"/>
            <a:r>
              <a:rPr lang="en-US" dirty="0">
                <a:solidFill>
                  <a:srgbClr val="89C903"/>
                </a:solidFill>
              </a:rPr>
              <a:t>Join, fields</a:t>
            </a:r>
          </a:p>
          <a:p>
            <a:r>
              <a:rPr lang="en-US" dirty="0"/>
              <a:t>Behind the scenes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71E80-589C-490C-8F13-1DA0F592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989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1.6.3 Join Data – first task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38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9999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2EEB-6F7E-46A8-B3A1-02F48BFF0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1.6.3 Join Data - Get Accounts from </a:t>
            </a:r>
            <a:r>
              <a:rPr lang="en-US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5E3B1-121D-48F7-A585-38C84B8E3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Step1: create the task </a:t>
            </a:r>
          </a:p>
          <a:p>
            <a:pPr lvl="2"/>
            <a:r>
              <a:rPr lang="en-US" dirty="0"/>
              <a:t>Copy task "1.4 Paging - Get </a:t>
            </a:r>
            <a:r>
              <a:rPr lang="en-US" dirty="0" err="1"/>
              <a:t>Acconuts</a:t>
            </a:r>
            <a:r>
              <a:rPr lang="en-US" dirty="0"/>
              <a:t> from </a:t>
            </a:r>
            <a:r>
              <a:rPr lang="en-US" dirty="0" err="1"/>
              <a:t>Erp</a:t>
            </a:r>
            <a:r>
              <a:rPr lang="en-US" dirty="0"/>
              <a:t>"</a:t>
            </a:r>
          </a:p>
          <a:p>
            <a:pPr lvl="2"/>
            <a:r>
              <a:rPr lang="en-US" dirty="0"/>
              <a:t>Rename </a:t>
            </a:r>
            <a:r>
              <a:rPr lang="en-US" dirty="0" err="1"/>
              <a:t>ot</a:t>
            </a:r>
            <a:r>
              <a:rPr lang="en-US" dirty="0"/>
              <a:t> to “1.6.3 Join Data - Get Accounts from </a:t>
            </a:r>
            <a:r>
              <a:rPr lang="en-US" dirty="0" err="1"/>
              <a:t>Erp</a:t>
            </a:r>
            <a:r>
              <a:rPr lang="en-US" dirty="0"/>
              <a:t>”	             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Step2: Run the task</a:t>
            </a:r>
          </a:p>
          <a:p>
            <a:pPr lvl="2"/>
            <a:r>
              <a:rPr lang="en-US" dirty="0"/>
              <a:t>see that the CSV file contains account data</a:t>
            </a:r>
          </a:p>
          <a:p>
            <a:pPr lvl="3"/>
            <a:r>
              <a:rPr lang="en-US" dirty="0" err="1"/>
              <a:t>ExternalID</a:t>
            </a:r>
            <a:r>
              <a:rPr lang="en-US" dirty="0"/>
              <a:t>, City, Country, Email, Name, Phone, Street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8BCCE-71F2-487C-97D6-374B85E5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740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1.6.3 Join Data – second task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40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9265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3502-9E6B-4793-8FBF-9BEFDA81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1.6.3 Join Data - Get </a:t>
            </a:r>
            <a:r>
              <a:rPr lang="en-US" dirty="0" err="1"/>
              <a:t>Transactions,Join</a:t>
            </a:r>
            <a:r>
              <a:rPr lang="en-US" dirty="0"/>
              <a:t> Accounts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87DA3-E1FC-4EEC-8942-6DB8FEB0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</a:t>
            </a:r>
            <a:r>
              <a:rPr lang="en-US" dirty="0"/>
              <a:t>1.6.3 Join Data - Get </a:t>
            </a:r>
            <a:r>
              <a:rPr lang="en-US" dirty="0" err="1"/>
              <a:t>Transactions,Join</a:t>
            </a:r>
            <a:r>
              <a:rPr lang="en-US" dirty="0"/>
              <a:t> Accounts</a:t>
            </a:r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chemeClr val="tx1"/>
                </a:solidFill>
              </a:rPr>
              <a:t>Store for later use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>
                <a:solidFill>
                  <a:srgbClr val="78AA00"/>
                </a:solidFill>
              </a:rPr>
              <a:t>none</a:t>
            </a: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!%</a:t>
            </a:r>
            <a:r>
              <a:rPr lang="en-US" dirty="0" err="1"/>
              <a:t>new_api_base_uri</a:t>
            </a:r>
            <a:r>
              <a:rPr lang="en-US" dirty="0"/>
              <a:t>%!</a:t>
            </a:r>
            <a:r>
              <a:rPr lang="en-US" dirty="0" err="1"/>
              <a:t>transactions?</a:t>
            </a:r>
            <a:r>
              <a:rPr lang="en-US" dirty="0" err="1">
                <a:solidFill>
                  <a:srgbClr val="89C903"/>
                </a:solidFill>
              </a:rPr>
              <a:t>fields</a:t>
            </a:r>
            <a:r>
              <a:rPr lang="en-US" dirty="0"/>
              <a:t>=</a:t>
            </a:r>
            <a:r>
              <a:rPr lang="en-US" dirty="0" err="1"/>
              <a:t>InternalID,ActionDateTime,Account.ExternalID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solidFill>
                  <a:srgbClr val="93C90E"/>
                </a:solidFill>
              </a:rPr>
              <a:t>Using fields to select fields</a:t>
            </a:r>
          </a:p>
          <a:p>
            <a:pPr lvl="1"/>
            <a:r>
              <a:rPr lang="en-US" dirty="0"/>
              <a:t>Header		Authorization : Basic {#base64(!%connection_param_1%!\:!%connection_param_2%!)#}</a:t>
            </a:r>
          </a:p>
          <a:p>
            <a:pPr marL="271462" lvl="1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r>
              <a:rPr lang="en-US" i="1" dirty="0"/>
              <a:t>Step 5: 	Run the task</a:t>
            </a:r>
          </a:p>
          <a:p>
            <a:pPr lvl="2"/>
            <a:r>
              <a:rPr lang="en-US" dirty="0"/>
              <a:t>see that the CSV file contains transaction data</a:t>
            </a:r>
          </a:p>
          <a:p>
            <a:pPr lvl="3"/>
            <a:r>
              <a:rPr lang="en-US" sz="2000" dirty="0" err="1"/>
              <a:t>InternalID,ActionDateTime,Account.ExternalID</a:t>
            </a:r>
            <a:endParaRPr lang="en-US" sz="2000" dirty="0"/>
          </a:p>
          <a:p>
            <a:pPr lvl="1"/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AC09D-78AB-4596-B105-BC16E585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6680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8187-4182-46B2-8F1E-87374930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1.6.3  Join Data – Get Transactions, Join </a:t>
            </a:r>
            <a:r>
              <a:rPr lang="en-US" i="1" dirty="0" err="1"/>
              <a:t>Acconuts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74933-81FE-4207-80E9-606559424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Create the second task</a:t>
            </a:r>
          </a:p>
          <a:p>
            <a:r>
              <a:rPr lang="en-US" i="1" dirty="0"/>
              <a:t>step1:	create a data flow task</a:t>
            </a:r>
            <a:endParaRPr lang="en-US" dirty="0"/>
          </a:p>
          <a:p>
            <a:r>
              <a:rPr lang="en-US" i="1" dirty="0"/>
              <a:t>Step2:	set http settings for the task</a:t>
            </a:r>
          </a:p>
          <a:p>
            <a:pPr lvl="1"/>
            <a:r>
              <a:rPr lang="en-US" dirty="0"/>
              <a:t>!%</a:t>
            </a:r>
            <a:r>
              <a:rPr lang="en-US" dirty="0" err="1"/>
              <a:t>new_api_base_uri</a:t>
            </a:r>
            <a:r>
              <a:rPr lang="en-US" dirty="0"/>
              <a:t>%!</a:t>
            </a:r>
            <a:r>
              <a:rPr lang="en-US" dirty="0" err="1"/>
              <a:t>transactions?fields</a:t>
            </a:r>
            <a:r>
              <a:rPr lang="en-US" dirty="0"/>
              <a:t>=</a:t>
            </a:r>
            <a:r>
              <a:rPr lang="en-US" dirty="0" err="1"/>
              <a:t>InternalID,ActionDateTime,Account.ExternalID</a:t>
            </a:r>
            <a:endParaRPr lang="en-US" i="1" dirty="0"/>
          </a:p>
          <a:p>
            <a:r>
              <a:rPr lang="en-US" i="1" dirty="0"/>
              <a:t>Step3: Run the task</a:t>
            </a:r>
            <a:endParaRPr lang="en-US" dirty="0"/>
          </a:p>
          <a:p>
            <a:pPr lvl="1"/>
            <a:r>
              <a:rPr lang="en-US" i="1" dirty="0"/>
              <a:t>See that the output file of this task contains the following columns </a:t>
            </a:r>
            <a:r>
              <a:rPr lang="en-US" dirty="0" err="1"/>
              <a:t>InternalID,ActionDateTime,Account.ExternalID</a:t>
            </a:r>
            <a:endParaRPr lang="en-US" dirty="0"/>
          </a:p>
          <a:p>
            <a:pPr marL="0" indent="0">
              <a:buNone/>
            </a:pPr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467F9-E4D4-4C12-AAB6-99FD0FF1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940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C92F-1645-497D-92FE-BD15B1BF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1.6.3 configure join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97967-649A-47D6-98AD-7D2214534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Step4: set task settings</a:t>
            </a:r>
          </a:p>
          <a:p>
            <a:pPr lvl="1"/>
            <a:r>
              <a:rPr lang="en-US" i="1" dirty="0"/>
              <a:t>Set join=1</a:t>
            </a:r>
            <a:endParaRPr lang="en-US" dirty="0"/>
          </a:p>
          <a:p>
            <a:r>
              <a:rPr lang="en-US" i="1" dirty="0"/>
              <a:t>Step5: set the join settings </a:t>
            </a:r>
            <a:endParaRPr lang="en-US" dirty="0"/>
          </a:p>
          <a:p>
            <a:pPr lvl="1"/>
            <a:r>
              <a:rPr lang="en-US" i="1" dirty="0"/>
              <a:t>Task/file Name </a:t>
            </a:r>
            <a:r>
              <a:rPr lang="en-US" dirty="0"/>
              <a:t>	1.6.3 Join Data – Get Accounts from </a:t>
            </a:r>
            <a:r>
              <a:rPr lang="en-US" dirty="0" err="1"/>
              <a:t>Erp</a:t>
            </a:r>
            <a:r>
              <a:rPr lang="en-US" i="1" dirty="0"/>
              <a:t> </a:t>
            </a:r>
            <a:endParaRPr lang="en-US" dirty="0"/>
          </a:p>
          <a:p>
            <a:pPr lvl="1"/>
            <a:r>
              <a:rPr lang="en-US" i="1" dirty="0"/>
              <a:t>Column		</a:t>
            </a:r>
            <a:r>
              <a:rPr lang="en-US" i="1" dirty="0" err="1"/>
              <a:t>Email,Name</a:t>
            </a:r>
            <a:endParaRPr lang="en-US" dirty="0"/>
          </a:p>
          <a:p>
            <a:pPr lvl="1"/>
            <a:r>
              <a:rPr lang="en-US" i="1" dirty="0"/>
              <a:t>Join Condition	</a:t>
            </a:r>
            <a:r>
              <a:rPr lang="en-US" i="1" dirty="0" err="1"/>
              <a:t>ExternalID</a:t>
            </a:r>
            <a:r>
              <a:rPr lang="en-US" i="1" dirty="0"/>
              <a:t>=</a:t>
            </a:r>
            <a:r>
              <a:rPr lang="en-US" i="1" dirty="0" err="1"/>
              <a:t>Account.ExternalID</a:t>
            </a:r>
            <a:endParaRPr lang="en-US" dirty="0"/>
          </a:p>
          <a:p>
            <a:r>
              <a:rPr lang="en-US" i="1" dirty="0"/>
              <a:t>Step 6: Run the task</a:t>
            </a:r>
            <a:endParaRPr lang="en-US" dirty="0"/>
          </a:p>
          <a:p>
            <a:r>
              <a:rPr lang="en-US" i="1" dirty="0">
                <a:sym typeface="Wingdings" panose="05000000000000000000" pitchFamily="2" charset="2"/>
              </a:rPr>
              <a:t></a:t>
            </a:r>
            <a:r>
              <a:rPr lang="en-US" i="1" dirty="0"/>
              <a:t> see that we now get the transactions and for each transaction we </a:t>
            </a:r>
            <a:r>
              <a:rPr lang="en-US" dirty="0"/>
              <a:t>see</a:t>
            </a:r>
          </a:p>
          <a:p>
            <a:r>
              <a:rPr lang="en-US" dirty="0"/>
              <a:t>     The account email and the account name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297D2-3417-4322-89C4-F342AA13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6526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1.6.4 Split Data – Account Email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44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6831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9027-80AD-4A48-A1D8-906A5CF4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1.6.4 Split Data – Account Email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0EEC5-B909-4EE8-98E5-1A4DC1362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Goal:	Lets say that 	</a:t>
            </a:r>
          </a:p>
          <a:p>
            <a:pPr lvl="1"/>
            <a:r>
              <a:rPr lang="en-US" dirty="0"/>
              <a:t>we want to get accounts from </a:t>
            </a:r>
            <a:r>
              <a:rPr lang="en-US" dirty="0" err="1"/>
              <a:t>erp</a:t>
            </a:r>
            <a:endParaRPr lang="en-US" dirty="0"/>
          </a:p>
          <a:p>
            <a:pPr lvl="1"/>
            <a:r>
              <a:rPr lang="en-US" dirty="0"/>
              <a:t>For the Email column we want to create two column	(split email by @)</a:t>
            </a:r>
          </a:p>
          <a:p>
            <a:pPr marL="271462" lvl="1" indent="0">
              <a:buNone/>
            </a:pPr>
            <a:endParaRPr lang="en-US" dirty="0"/>
          </a:p>
          <a:p>
            <a:r>
              <a:rPr lang="en-US" dirty="0"/>
              <a:t>Concepts:	</a:t>
            </a:r>
          </a:p>
          <a:p>
            <a:r>
              <a:rPr lang="en-US" dirty="0"/>
              <a:t>Keywords:	</a:t>
            </a:r>
          </a:p>
          <a:p>
            <a:pPr lvl="1"/>
            <a:r>
              <a:rPr lang="en-US" dirty="0">
                <a:solidFill>
                  <a:srgbClr val="89C903"/>
                </a:solidFill>
              </a:rPr>
              <a:t>remove 		used to </a:t>
            </a:r>
            <a:r>
              <a:rPr lang="en-US" dirty="0" err="1">
                <a:solidFill>
                  <a:srgbClr val="89C903"/>
                </a:solidFill>
              </a:rPr>
              <a:t>reomve</a:t>
            </a:r>
            <a:r>
              <a:rPr lang="en-US" dirty="0">
                <a:solidFill>
                  <a:srgbClr val="89C903"/>
                </a:solidFill>
              </a:rPr>
              <a:t> from csv the columns that are not mapped</a:t>
            </a:r>
          </a:p>
          <a:p>
            <a:pPr lvl="1"/>
            <a:r>
              <a:rPr lang="en-US" dirty="0">
                <a:solidFill>
                  <a:srgbClr val="89C903"/>
                </a:solidFill>
              </a:rPr>
              <a:t>Split		used to split specific column to several columns by delimiter</a:t>
            </a:r>
          </a:p>
          <a:p>
            <a:pPr lvl="6"/>
            <a:r>
              <a:rPr lang="en-US" dirty="0" err="1">
                <a:solidFill>
                  <a:srgbClr val="89C903"/>
                </a:solidFill>
              </a:rPr>
              <a:t>Eg</a:t>
            </a:r>
            <a:r>
              <a:rPr lang="en-US" dirty="0">
                <a:solidFill>
                  <a:srgbClr val="89C903"/>
                </a:solidFill>
              </a:rPr>
              <a:t>, split email by @</a:t>
            </a:r>
          </a:p>
          <a:p>
            <a:pPr lvl="1"/>
            <a:r>
              <a:rPr lang="en-US" dirty="0" err="1">
                <a:solidFill>
                  <a:srgbClr val="93C90E"/>
                </a:solidFill>
              </a:rPr>
              <a:t>data_features_order</a:t>
            </a:r>
            <a:r>
              <a:rPr lang="en-US" dirty="0">
                <a:solidFill>
                  <a:srgbClr val="93C90E"/>
                </a:solidFill>
              </a:rPr>
              <a:t> allows us to define the order that that manipulations  will take place</a:t>
            </a:r>
          </a:p>
          <a:p>
            <a:pPr marL="271462" lvl="1" indent="0">
              <a:buNone/>
            </a:pPr>
            <a:r>
              <a:rPr lang="en-US" dirty="0">
                <a:solidFill>
                  <a:srgbClr val="93C90E"/>
                </a:solidFill>
              </a:rPr>
              <a:t>	</a:t>
            </a:r>
            <a:r>
              <a:rPr lang="en-US" dirty="0" err="1">
                <a:solidFill>
                  <a:srgbClr val="93C90E"/>
                </a:solidFill>
              </a:rPr>
              <a:t>eg</a:t>
            </a:r>
            <a:r>
              <a:rPr lang="en-US" dirty="0">
                <a:solidFill>
                  <a:srgbClr val="93C90E"/>
                </a:solidFill>
              </a:rPr>
              <a:t>:  split, remove 		or </a:t>
            </a:r>
            <a:r>
              <a:rPr lang="en-US" dirty="0" err="1">
                <a:solidFill>
                  <a:srgbClr val="93C90E"/>
                </a:solidFill>
              </a:rPr>
              <a:t>remove,split</a:t>
            </a:r>
            <a:endParaRPr lang="en-US" dirty="0">
              <a:solidFill>
                <a:srgbClr val="93C90E"/>
              </a:solidFill>
            </a:endParaRPr>
          </a:p>
          <a:p>
            <a:pPr lvl="1"/>
            <a:endParaRPr lang="en-US" dirty="0">
              <a:solidFill>
                <a:srgbClr val="93C90E"/>
              </a:solidFill>
            </a:endParaRPr>
          </a:p>
          <a:p>
            <a:pPr lvl="1"/>
            <a:r>
              <a:rPr lang="en-US" dirty="0"/>
              <a:t>Split settings</a:t>
            </a:r>
          </a:p>
          <a:p>
            <a:pPr lvl="2"/>
            <a:r>
              <a:rPr lang="en-US" dirty="0"/>
              <a:t>Column 		the column to split		(</a:t>
            </a:r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dirty="0" err="1"/>
              <a:t>Emial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Splitting character	the splitting character		(</a:t>
            </a:r>
            <a:r>
              <a:rPr lang="en-US" dirty="0" err="1"/>
              <a:t>eg</a:t>
            </a:r>
            <a:r>
              <a:rPr lang="en-US" dirty="0"/>
              <a:t>: @)</a:t>
            </a:r>
          </a:p>
          <a:p>
            <a:pPr lvl="2"/>
            <a:r>
              <a:rPr lang="en-US" dirty="0"/>
              <a:t>Generate Columns Prefix	the prefix for the </a:t>
            </a:r>
            <a:r>
              <a:rPr lang="en-US" dirty="0" err="1"/>
              <a:t>splitted</a:t>
            </a:r>
            <a:r>
              <a:rPr lang="en-US" dirty="0"/>
              <a:t> column	(</a:t>
            </a:r>
            <a:r>
              <a:rPr lang="en-US" dirty="0" err="1"/>
              <a:t>Eg</a:t>
            </a:r>
            <a:r>
              <a:rPr lang="en-US" dirty="0"/>
              <a:t>: mail Prefix)</a:t>
            </a:r>
          </a:p>
          <a:p>
            <a:r>
              <a:rPr lang="en-US" dirty="0"/>
              <a:t>Behind the scenes</a:t>
            </a:r>
          </a:p>
          <a:p>
            <a:pPr lvl="1"/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3DC91-4A65-44AB-94EF-3CDB547C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459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555B-7287-4968-BD72-D193B097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1.6.4 Split Data – Account Email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9FE1-DCA4-4B52-89BE-82CF2BFC0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</a:t>
            </a:r>
            <a:r>
              <a:rPr lang="en-US" dirty="0"/>
              <a:t>1.6.4 Split Data – Account Email</a:t>
            </a:r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chemeClr val="tx1"/>
                </a:solidFill>
              </a:rPr>
              <a:t>Store for later use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>
                <a:solidFill>
                  <a:srgbClr val="78AA00"/>
                </a:solidFill>
              </a:rPr>
              <a:t>none</a:t>
            </a: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!%</a:t>
            </a:r>
            <a:r>
              <a:rPr lang="en-US" dirty="0" err="1"/>
              <a:t>new_api_base_uri</a:t>
            </a:r>
            <a:r>
              <a:rPr lang="en-US" dirty="0"/>
              <a:t>%!accounts</a:t>
            </a:r>
            <a:endParaRPr lang="en-US" dirty="0">
              <a:solidFill>
                <a:srgbClr val="93C90E"/>
              </a:solidFill>
            </a:endParaRPr>
          </a:p>
          <a:p>
            <a:pPr lvl="1"/>
            <a:r>
              <a:rPr lang="en-US" dirty="0"/>
              <a:t>Header		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r>
              <a:rPr lang="en-US" i="1" dirty="0"/>
              <a:t>Step5: Run the task</a:t>
            </a:r>
          </a:p>
          <a:p>
            <a:pPr lvl="3"/>
            <a:endParaRPr lang="en-US" sz="2000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50CEE-B40D-493D-9FD8-7937F9D2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0136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20225-9D2E-497D-8566-C46EA5C9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1.6.4 Split Data – Account Email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F677B-4FC4-4CFF-8ACA-2DC91D838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Step 6:  Mappings (Optional)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Let's say we want only the following columns:  	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Name, Email, Phone,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Step6.1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source fields drop down will be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poplated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with the columns of the CSV file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Step6.2 Define the mappings</a:t>
            </a:r>
          </a:p>
          <a:p>
            <a:pPr lvl="2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Name=&gt;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Name,Email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=&gt;Email, Phone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Step6.4 Set "remove" to 1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Step6.5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FE3BD-6678-4579-B3F3-09EC233B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943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3FDE-DBC6-42CA-AFF6-DE2786DBC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1.6.4 Split Data – Account Email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DF444-14F7-4B4C-A4AB-5A32EE570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Step7: enable split</a:t>
            </a:r>
          </a:p>
          <a:p>
            <a:pPr lvl="1"/>
            <a:r>
              <a:rPr lang="en-US" dirty="0"/>
              <a:t>Set split=1</a:t>
            </a:r>
          </a:p>
          <a:p>
            <a:r>
              <a:rPr lang="en-US" dirty="0"/>
              <a:t>Step8: set split settings</a:t>
            </a:r>
          </a:p>
          <a:p>
            <a:pPr lvl="1"/>
            <a:r>
              <a:rPr lang="en-US" dirty="0"/>
              <a:t>Column				Email</a:t>
            </a:r>
          </a:p>
          <a:p>
            <a:pPr lvl="1"/>
            <a:r>
              <a:rPr lang="en-US" dirty="0"/>
              <a:t>Splitting character			@</a:t>
            </a:r>
          </a:p>
          <a:p>
            <a:pPr lvl="1"/>
            <a:r>
              <a:rPr lang="en-US" dirty="0"/>
              <a:t>Generated Columns Prefix	Email Prefix</a:t>
            </a:r>
          </a:p>
          <a:p>
            <a:r>
              <a:rPr lang="en-US" dirty="0"/>
              <a:t>Step8: run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The Email and Email prefixes do not show in the csv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Why ?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You can see by the logs that first It </a:t>
            </a:r>
            <a:r>
              <a:rPr lang="en-US" dirty="0" err="1">
                <a:sym typeface="Wingdings" panose="05000000000000000000" pitchFamily="2" charset="2"/>
              </a:rPr>
              <a:t>splitted</a:t>
            </a:r>
            <a:r>
              <a:rPr lang="en-US" dirty="0">
                <a:sym typeface="Wingdings" panose="05000000000000000000" pitchFamily="2" charset="2"/>
              </a:rPr>
              <a:t> the columns and then it removed them</a:t>
            </a:r>
          </a:p>
          <a:p>
            <a:pPr marL="541338" lvl="2" indent="0">
              <a:buNone/>
            </a:pPr>
            <a:r>
              <a:rPr lang="en-US" dirty="0"/>
              <a:t>	removing column EmailPrefix_1.... removing column EmailPrefix_2....</a:t>
            </a:r>
          </a:p>
          <a:p>
            <a:r>
              <a:rPr lang="en-US" dirty="0"/>
              <a:t>Step9: set </a:t>
            </a:r>
            <a:r>
              <a:rPr lang="en-US" dirty="0" err="1">
                <a:solidFill>
                  <a:srgbClr val="93C90E"/>
                </a:solidFill>
              </a:rPr>
              <a:t>data_features_order</a:t>
            </a:r>
            <a:r>
              <a:rPr lang="en-US" dirty="0">
                <a:solidFill>
                  <a:srgbClr val="93C90E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dirty="0" err="1">
                <a:solidFill>
                  <a:schemeClr val="tx1"/>
                </a:solidFill>
              </a:rPr>
              <a:t>remove,split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Step10: run again</a:t>
            </a:r>
          </a:p>
          <a:p>
            <a:pPr lvl="1"/>
            <a:r>
              <a:rPr lang="en-US" dirty="0"/>
              <a:t>See EmailPrefix_1, EmailPrefix_1	(e.g. </a:t>
            </a:r>
            <a:r>
              <a:rPr lang="en-US" dirty="0">
                <a:hlinkClick r:id="rId2"/>
              </a:rPr>
              <a:t>x@pepperi.com</a:t>
            </a:r>
            <a:r>
              <a:rPr lang="en-US" dirty="0"/>
              <a:t>  crated two fields x an pepperi.com) 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3058-A62E-4767-8223-8BB3B633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4379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1.6.5 Replace Data – Account country code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49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8384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0292-0929-4E72-B54F-31A9316D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1.6.5 Replace Data – Account country code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CB073-0C1B-4AE3-B771-BA724CCA0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53" y="1298221"/>
            <a:ext cx="11370833" cy="45494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Goal:		replace column values </a:t>
            </a:r>
          </a:p>
          <a:p>
            <a:r>
              <a:rPr lang="en-US" dirty="0"/>
              <a:t>We will get the accounts from the ERP</a:t>
            </a:r>
          </a:p>
          <a:p>
            <a:r>
              <a:rPr lang="en-US" dirty="0"/>
              <a:t>We will use manipulate  the data to create final CSV 					where the values of country code will be replaced with country name</a:t>
            </a:r>
          </a:p>
          <a:p>
            <a:pPr marL="0" indent="0">
              <a:buNone/>
            </a:pPr>
            <a:r>
              <a:rPr lang="en-US" dirty="0"/>
              <a:t>		e.g. Fr </a:t>
            </a:r>
            <a:r>
              <a:rPr lang="en-US" dirty="0">
                <a:sym typeface="Wingdings" panose="05000000000000000000" pitchFamily="2" charset="2"/>
              </a:rPr>
              <a:t> France on Country Column</a:t>
            </a:r>
            <a:endParaRPr lang="en-US" dirty="0"/>
          </a:p>
          <a:p>
            <a:pPr marL="271462" lvl="1" indent="0">
              <a:buNone/>
            </a:pPr>
            <a:endParaRPr lang="en-US" dirty="0"/>
          </a:p>
          <a:p>
            <a:r>
              <a:rPr lang="en-US" dirty="0"/>
              <a:t>Concepts:	</a:t>
            </a:r>
          </a:p>
          <a:p>
            <a:r>
              <a:rPr lang="en-US" dirty="0"/>
              <a:t>Keywords:	</a:t>
            </a:r>
            <a:r>
              <a:rPr lang="en-US" dirty="0">
                <a:solidFill>
                  <a:srgbClr val="88C802"/>
                </a:solidFill>
              </a:rPr>
              <a:t>replace</a:t>
            </a:r>
          </a:p>
          <a:p>
            <a:pPr lvl="1"/>
            <a:r>
              <a:rPr lang="en-US" dirty="0"/>
              <a:t>Replace settings</a:t>
            </a:r>
          </a:p>
          <a:p>
            <a:pPr lvl="2"/>
            <a:r>
              <a:rPr lang="en-US" dirty="0">
                <a:solidFill>
                  <a:srgbClr val="88C802"/>
                </a:solidFill>
              </a:rPr>
              <a:t>Column</a:t>
            </a:r>
            <a:r>
              <a:rPr lang="en-US" dirty="0"/>
              <a:t>		where should we search</a:t>
            </a:r>
          </a:p>
          <a:p>
            <a:pPr lvl="2"/>
            <a:r>
              <a:rPr lang="en-US" dirty="0">
                <a:solidFill>
                  <a:srgbClr val="88C802"/>
                </a:solidFill>
              </a:rPr>
              <a:t>Find</a:t>
            </a:r>
            <a:r>
              <a:rPr lang="en-US" dirty="0"/>
              <a:t>		the value to search</a:t>
            </a:r>
          </a:p>
          <a:p>
            <a:pPr lvl="2"/>
            <a:r>
              <a:rPr lang="en-US" dirty="0">
                <a:solidFill>
                  <a:srgbClr val="88C802"/>
                </a:solidFill>
              </a:rPr>
              <a:t>Replace</a:t>
            </a:r>
            <a:r>
              <a:rPr lang="en-US" dirty="0"/>
              <a:t>		the value to replace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A136C-3EF5-42A0-9A81-B3697FC2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8789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492A-7DD6-40EE-AC4A-590BBD5A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1.6.5 Replace Data – Account country code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307F7-3E7D-4DCB-9D43-698EFBA1E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Step1: create the task "1.6.5 Replace Data – Account country code"</a:t>
            </a:r>
          </a:p>
          <a:p>
            <a:r>
              <a:rPr lang="en-US" dirty="0"/>
              <a:t>	             As a copy of  "1.4 Paging - Get Accounts from ERP“</a:t>
            </a:r>
          </a:p>
          <a:p>
            <a:endParaRPr lang="en-US" dirty="0"/>
          </a:p>
          <a:p>
            <a:r>
              <a:rPr lang="en-US" dirty="0"/>
              <a:t>Step2: Run the task</a:t>
            </a:r>
          </a:p>
          <a:p>
            <a:pPr lvl="1"/>
            <a:r>
              <a:rPr lang="en-US" dirty="0"/>
              <a:t>see country column contains country code</a:t>
            </a:r>
          </a:p>
          <a:p>
            <a:pPr lvl="1"/>
            <a:r>
              <a:rPr lang="en-US" dirty="0"/>
              <a:t>E.g.: FR, US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Step4: Enable replace</a:t>
            </a:r>
          </a:p>
          <a:p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set </a:t>
            </a:r>
            <a:r>
              <a:rPr lang="en-US" dirty="0">
                <a:solidFill>
                  <a:srgbClr val="88C802"/>
                </a:solidFill>
              </a:rPr>
              <a:t>"Replace" </a:t>
            </a:r>
            <a:r>
              <a:rPr lang="en-US" dirty="0"/>
              <a:t>= 1</a:t>
            </a:r>
          </a:p>
          <a:p>
            <a:r>
              <a:rPr lang="en-US" dirty="0"/>
              <a:t>Step5: Define Replace settings</a:t>
            </a:r>
          </a:p>
          <a:p>
            <a:pPr lvl="1"/>
            <a:r>
              <a:rPr lang="en-US" dirty="0"/>
              <a:t>E.g.: 	Column =Country , Find=US, Replace = USA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88C802"/>
                </a:solidFill>
              </a:rPr>
              <a:t>Column</a:t>
            </a:r>
            <a:r>
              <a:rPr lang="en-US" dirty="0"/>
              <a:t> =Country , </a:t>
            </a:r>
            <a:r>
              <a:rPr lang="en-US" dirty="0">
                <a:solidFill>
                  <a:srgbClr val="88C802"/>
                </a:solidFill>
              </a:rPr>
              <a:t>Find</a:t>
            </a:r>
            <a:r>
              <a:rPr lang="en-US" dirty="0"/>
              <a:t>=FR, </a:t>
            </a:r>
            <a:r>
              <a:rPr lang="en-US" dirty="0">
                <a:solidFill>
                  <a:srgbClr val="88C802"/>
                </a:solidFill>
              </a:rPr>
              <a:t>Replace</a:t>
            </a:r>
            <a:r>
              <a:rPr lang="en-US" dirty="0"/>
              <a:t> = France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Step6: Run the task</a:t>
            </a:r>
          </a:p>
          <a:p>
            <a:pPr lvl="1"/>
            <a:r>
              <a:rPr lang="en-US" dirty="0"/>
              <a:t>the values in the country column should now be replaced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118BA-8A74-434E-AFE5-FA89FBFD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282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pperi">
      <a:dk1>
        <a:sysClr val="windowText" lastClr="000000"/>
      </a:dk1>
      <a:lt1>
        <a:sysClr val="window" lastClr="FFFFFF"/>
      </a:lt1>
      <a:dk2>
        <a:srgbClr val="262626"/>
      </a:dk2>
      <a:lt2>
        <a:srgbClr val="FD5001"/>
      </a:lt2>
      <a:accent1>
        <a:srgbClr val="93C90F"/>
      </a:accent1>
      <a:accent2>
        <a:srgbClr val="05C2DE"/>
      </a:accent2>
      <a:accent3>
        <a:srgbClr val="FF9600"/>
      </a:accent3>
      <a:accent4>
        <a:srgbClr val="82817E"/>
      </a:accent4>
      <a:accent5>
        <a:srgbClr val="C0C0C0"/>
      </a:accent5>
      <a:accent6>
        <a:srgbClr val="0277E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34573</TotalTime>
  <Words>557</Words>
  <Application>Microsoft Macintosh PowerPoint</Application>
  <PresentationFormat>Widescreen</PresentationFormat>
  <Paragraphs>540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Calibri Light</vt:lpstr>
      <vt:lpstr>Nexa Bold</vt:lpstr>
      <vt:lpstr>Wingdings</vt:lpstr>
      <vt:lpstr>Office Theme</vt:lpstr>
      <vt:lpstr>Data Flow Tasks</vt:lpstr>
      <vt:lpstr>1.3.1 Get Items from Erp To Pepperi</vt:lpstr>
      <vt:lpstr>Plan</vt:lpstr>
      <vt:lpstr>1.3.1 Get Items from Erp To Pepperi</vt:lpstr>
      <vt:lpstr>1.3.1 Get Items from Erp To Pepperi</vt:lpstr>
      <vt:lpstr>1.3.1 Get Items from Erp To Pepperi</vt:lpstr>
      <vt:lpstr>1.3.1 Get Items from Erp To Pepperi</vt:lpstr>
      <vt:lpstr>1.3.1 Get Items from Erp To Pepperi</vt:lpstr>
      <vt:lpstr>1.3.2 Get Accounts from Erp To Pepperi</vt:lpstr>
      <vt:lpstr>Plan</vt:lpstr>
      <vt:lpstr>1.3.2 Get Accounts from Erp To Pepperi</vt:lpstr>
      <vt:lpstr>1.3.2 Get Accounts from Erp To Pepperi</vt:lpstr>
      <vt:lpstr>1.3.2 Get Accounts from Erp To Pepperi</vt:lpstr>
      <vt:lpstr>1.3.2 Get Accounts from Erp To Pepperi</vt:lpstr>
      <vt:lpstr>1.3.2 Get Accounts from Erp To Pepperi</vt:lpstr>
      <vt:lpstr>1.4 Paging - Get Accounts from Erp</vt:lpstr>
      <vt:lpstr>1.4 Paging - Get Accounts from Erp</vt:lpstr>
      <vt:lpstr>1.4 Paging - Get Acconuts from Erp</vt:lpstr>
      <vt:lpstr>1.4 Paging - Get Acconuts from Erp</vt:lpstr>
      <vt:lpstr>1.4 Paging - Get Acconuts from Erp</vt:lpstr>
      <vt:lpstr>1.4 Paging - Get Acconuts from Erp</vt:lpstr>
      <vt:lpstr>1.5 LoopOverTable</vt:lpstr>
      <vt:lpstr> 1.5.1 LoopOverTable</vt:lpstr>
      <vt:lpstr>1.5.1 Loop over table first task</vt:lpstr>
      <vt:lpstr>1.5.1 LoopOverTable-Get Transactions from Erp</vt:lpstr>
      <vt:lpstr>1.5.1 LoopOverTable-Get Transactions from Erp</vt:lpstr>
      <vt:lpstr>1.5.1 LoopOverTable-Get Transactions from Erp</vt:lpstr>
      <vt:lpstr>1.5.1 Loop over table second task</vt:lpstr>
      <vt:lpstr>1.5.1 LoopOverTable-Get Transaction lines</vt:lpstr>
      <vt:lpstr>1.5.1 LoopOverTable-Get Transaction lines</vt:lpstr>
      <vt:lpstr>1.5.1 LoopOverTable-Get Transaction lines</vt:lpstr>
      <vt:lpstr>1.6.1 Filter Data with Dynamic filter -Accounts</vt:lpstr>
      <vt:lpstr>1.6.1 Filter Data with Dynamic filter -Accounts</vt:lpstr>
      <vt:lpstr>1.6.1 Filter Data with Dynamic filter -Accounts</vt:lpstr>
      <vt:lpstr>1.6.1 Filter Data with Dynamic filter -Accounts</vt:lpstr>
      <vt:lpstr>1.6.3 Join Data </vt:lpstr>
      <vt:lpstr>1.6.3 Join Data </vt:lpstr>
      <vt:lpstr>1.6.3 Join Data – first task </vt:lpstr>
      <vt:lpstr>1.6.3 Join Data - Get Accounts from Erp</vt:lpstr>
      <vt:lpstr>1.6.3 Join Data – second task</vt:lpstr>
      <vt:lpstr>1.6.3 Join Data - Get Transactions,Join Accounts</vt:lpstr>
      <vt:lpstr>1.6.3  Join Data – Get Transactions, Join Acconuts</vt:lpstr>
      <vt:lpstr>1.6.3 configure join</vt:lpstr>
      <vt:lpstr>1.6.4 Split Data – Account Email</vt:lpstr>
      <vt:lpstr>1.6.4 Split Data – Account Email</vt:lpstr>
      <vt:lpstr>1.6.4 Split Data – Account Email</vt:lpstr>
      <vt:lpstr>1.6.4 Split Data – Account Email</vt:lpstr>
      <vt:lpstr>1.6.4 Split Data – Account Email</vt:lpstr>
      <vt:lpstr>1.6.5 Replace Data – Account country code </vt:lpstr>
      <vt:lpstr>1.6.5 Replace Data – Account country code</vt:lpstr>
      <vt:lpstr>1.6.5 Replace Data – Account country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 Harris</dc:creator>
  <cp:lastModifiedBy>Shir Dadon</cp:lastModifiedBy>
  <cp:revision>656</cp:revision>
  <dcterms:created xsi:type="dcterms:W3CDTF">2015-08-14T08:31:03Z</dcterms:created>
  <dcterms:modified xsi:type="dcterms:W3CDTF">2019-06-23T10:11:56Z</dcterms:modified>
</cp:coreProperties>
</file>