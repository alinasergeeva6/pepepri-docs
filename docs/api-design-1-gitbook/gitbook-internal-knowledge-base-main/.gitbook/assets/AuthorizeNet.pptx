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C4C91-6F00-4962-8E2E-AB7A7F87BE39}" type="datetimeFigureOut">
              <a:rPr lang="en-US" smtClean="0"/>
              <a:t>6/16/2020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F1FF9-9267-4ADF-A098-1DCDF24DD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732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C4C91-6F00-4962-8E2E-AB7A7F87BE39}" type="datetimeFigureOut">
              <a:rPr lang="en-US" smtClean="0"/>
              <a:t>6/16/2020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F1FF9-9267-4ADF-A098-1DCDF24DD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128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C4C91-6F00-4962-8E2E-AB7A7F87BE39}" type="datetimeFigureOut">
              <a:rPr lang="en-US" smtClean="0"/>
              <a:t>6/16/2020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F1FF9-9267-4ADF-A098-1DCDF24DD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726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C4C91-6F00-4962-8E2E-AB7A7F87BE39}" type="datetimeFigureOut">
              <a:rPr lang="en-US" smtClean="0"/>
              <a:t>6/16/2020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F1FF9-9267-4ADF-A098-1DCDF24DD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136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C4C91-6F00-4962-8E2E-AB7A7F87BE39}" type="datetimeFigureOut">
              <a:rPr lang="en-US" smtClean="0"/>
              <a:t>6/16/2020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F1FF9-9267-4ADF-A098-1DCDF24DD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633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C4C91-6F00-4962-8E2E-AB7A7F87BE39}" type="datetimeFigureOut">
              <a:rPr lang="en-US" smtClean="0"/>
              <a:t>6/16/2020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F1FF9-9267-4ADF-A098-1DCDF24DD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2639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C4C91-6F00-4962-8E2E-AB7A7F87BE39}" type="datetimeFigureOut">
              <a:rPr lang="en-US" smtClean="0"/>
              <a:t>6/16/2020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F1FF9-9267-4ADF-A098-1DCDF24DD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071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C4C91-6F00-4962-8E2E-AB7A7F87BE39}" type="datetimeFigureOut">
              <a:rPr lang="en-US" smtClean="0"/>
              <a:t>6/16/2020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F1FF9-9267-4ADF-A098-1DCDF24DD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731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C4C91-6F00-4962-8E2E-AB7A7F87BE39}" type="datetimeFigureOut">
              <a:rPr lang="en-US" smtClean="0"/>
              <a:t>6/16/2020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F1FF9-9267-4ADF-A098-1DCDF24DD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7470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C4C91-6F00-4962-8E2E-AB7A7F87BE39}" type="datetimeFigureOut">
              <a:rPr lang="en-US" smtClean="0"/>
              <a:t>6/16/2020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F1FF9-9267-4ADF-A098-1DCDF24DD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0375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C4C91-6F00-4962-8E2E-AB7A7F87BE39}" type="datetimeFigureOut">
              <a:rPr lang="en-US" smtClean="0"/>
              <a:t>6/16/2020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F1FF9-9267-4ADF-A098-1DCDF24DD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484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7C4C91-6F00-4962-8E2E-AB7A7F87BE39}" type="datetimeFigureOut">
              <a:rPr lang="en-US" smtClean="0"/>
              <a:t>6/16/2020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2F1FF9-9267-4ADF-A098-1DCDF24DD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3824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57382" y="157019"/>
            <a:ext cx="10668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/>
              <a:t>Main view without stored cards</a:t>
            </a:r>
            <a:endParaRPr lang="en-US" sz="28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566" y="794843"/>
            <a:ext cx="11625651" cy="53989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26473" y="6308436"/>
            <a:ext cx="7056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Image can easily be changed from custom form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98501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38908" y="332510"/>
            <a:ext cx="10668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/>
              <a:t>Main view with stored cards</a:t>
            </a:r>
            <a:endParaRPr lang="en-US" sz="28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527" y="994275"/>
            <a:ext cx="11522763" cy="5458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9804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38909" y="471055"/>
            <a:ext cx="10668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/>
              <a:t>New Card adding view</a:t>
            </a:r>
            <a:endParaRPr lang="en-US" sz="28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380" y="994275"/>
            <a:ext cx="11307057" cy="5360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394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38909" y="471055"/>
            <a:ext cx="10668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/>
              <a:t>New Card (Bank Account) adding view</a:t>
            </a:r>
            <a:endParaRPr lang="en-US" sz="28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059" y="994275"/>
            <a:ext cx="11579699" cy="5492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367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38909" y="471055"/>
            <a:ext cx="10668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/>
              <a:t>Paying without stored cards forms</a:t>
            </a:r>
            <a:endParaRPr lang="en-US"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797" t="2536" r="2446" b="2494"/>
          <a:stretch/>
        </p:blipFill>
        <p:spPr>
          <a:xfrm>
            <a:off x="752763" y="994275"/>
            <a:ext cx="5320146" cy="531090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7045" y="994275"/>
            <a:ext cx="5298763" cy="5220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373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57382" y="157019"/>
            <a:ext cx="10668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/>
              <a:t>Main view without stored cards of </a:t>
            </a:r>
            <a:r>
              <a:rPr lang="en-US" sz="2800" dirty="0" smtClean="0"/>
              <a:t>second </a:t>
            </a:r>
            <a:r>
              <a:rPr lang="en-US" sz="2800" dirty="0" smtClean="0"/>
              <a:t>version</a:t>
            </a:r>
            <a:endParaRPr lang="en-US" sz="28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574" y="680239"/>
            <a:ext cx="10825615" cy="5632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6935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43</Words>
  <Application>Microsoft Office PowerPoint</Application>
  <PresentationFormat>Widescreen</PresentationFormat>
  <Paragraphs>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Oleh Onishchuk</dc:creator>
  <cp:lastModifiedBy>Oleh Onishchuk</cp:lastModifiedBy>
  <cp:revision>7</cp:revision>
  <dcterms:created xsi:type="dcterms:W3CDTF">2020-06-05T09:35:24Z</dcterms:created>
  <dcterms:modified xsi:type="dcterms:W3CDTF">2020-06-16T07:57:03Z</dcterms:modified>
</cp:coreProperties>
</file>